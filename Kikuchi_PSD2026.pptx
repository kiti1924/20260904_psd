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6" r:id="rId3"/>
    <p:sldId id="258" r:id="rId4"/>
    <p:sldId id="261" r:id="rId5"/>
    <p:sldId id="257" r:id="rId6"/>
    <p:sldId id="273" r:id="rId7"/>
    <p:sldId id="260" r:id="rId8"/>
    <p:sldId id="259" r:id="rId9"/>
    <p:sldId id="274" r:id="rId10"/>
    <p:sldId id="275" r:id="rId11"/>
    <p:sldId id="272" r:id="rId12"/>
    <p:sldId id="262" r:id="rId13"/>
    <p:sldId id="271" r:id="rId14"/>
    <p:sldId id="263" r:id="rId15"/>
    <p:sldId id="270" r:id="rId16"/>
    <p:sldId id="264" r:id="rId17"/>
    <p:sldId id="269" r:id="rId18"/>
    <p:sldId id="265" r:id="rId19"/>
    <p:sldId id="268" r:id="rId20"/>
    <p:sldId id="267" r:id="rId21"/>
    <p:sldId id="276" r:id="rId22"/>
    <p:sldId id="277" r:id="rId23"/>
    <p:sldId id="278" r:id="rId24"/>
    <p:sldId id="279" r:id="rId25"/>
    <p:sldId id="280" r:id="rId26"/>
    <p:sldId id="281" r:id="rId27"/>
    <p:sldId id="282" r:id="rId2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4653"/>
    <a:srgbClr val="70A5D1"/>
    <a:srgbClr val="F8E7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1B1E6A-7151-4D01-BD5E-721075BB0B05}" v="130" dt="2026-09-25T13:00:48.63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0" autoAdjust="0"/>
    <p:restoredTop sz="79917" autoAdjust="0"/>
  </p:normalViewPr>
  <p:slideViewPr>
    <p:cSldViewPr snapToGrid="0">
      <p:cViewPr varScale="1">
        <p:scale>
          <a:sx n="81" d="100"/>
          <a:sy n="81" d="100"/>
        </p:scale>
        <p:origin x="64" y="1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陽 菊池" userId="001877ae5ad457f9" providerId="LiveId" clId="{70E61DDB-07A6-4D01-945E-31A07336DA08}"/>
    <pc:docChg chg="undo custSel addSld delSld modSld sldOrd">
      <pc:chgData name="陽 菊池" userId="001877ae5ad457f9" providerId="LiveId" clId="{70E61DDB-07A6-4D01-945E-31A07336DA08}" dt="2026-09-25T12:59:32.159" v="4072" actId="207"/>
      <pc:docMkLst>
        <pc:docMk/>
      </pc:docMkLst>
      <pc:sldChg chg="addSp delSp modSp mod modNotesTx">
        <pc:chgData name="陽 菊池" userId="001877ae5ad457f9" providerId="LiveId" clId="{70E61DDB-07A6-4D01-945E-31A07336DA08}" dt="2026-09-25T10:12:02.175" v="2065" actId="2711"/>
        <pc:sldMkLst>
          <pc:docMk/>
          <pc:sldMk cId="639029677" sldId="256"/>
        </pc:sldMkLst>
        <pc:spChg chg="mod">
          <ac:chgData name="陽 菊池" userId="001877ae5ad457f9" providerId="LiveId" clId="{70E61DDB-07A6-4D01-945E-31A07336DA08}" dt="2026-09-25T10:12:02.175" v="2065" actId="2711"/>
          <ac:spMkLst>
            <pc:docMk/>
            <pc:sldMk cId="639029677" sldId="256"/>
            <ac:spMk id="2" creationId="{5F3840F3-B2B1-20FB-4DEE-93BFEA935730}"/>
          </ac:spMkLst>
        </pc:spChg>
        <pc:spChg chg="mod">
          <ac:chgData name="陽 菊池" userId="001877ae5ad457f9" providerId="LiveId" clId="{70E61DDB-07A6-4D01-945E-31A07336DA08}" dt="2026-09-11T08:19:24.899" v="46"/>
          <ac:spMkLst>
            <pc:docMk/>
            <pc:sldMk cId="639029677" sldId="256"/>
            <ac:spMk id="3" creationId="{AA8A9268-A648-8634-AC24-0832483A2645}"/>
          </ac:spMkLst>
        </pc:spChg>
        <pc:spChg chg="add mod">
          <ac:chgData name="陽 菊池" userId="001877ae5ad457f9" providerId="LiveId" clId="{70E61DDB-07A6-4D01-945E-31A07336DA08}" dt="2026-09-11T08:23:08.318" v="123"/>
          <ac:spMkLst>
            <pc:docMk/>
            <pc:sldMk cId="639029677" sldId="256"/>
            <ac:spMk id="8" creationId="{A5A7228D-01C5-6A7F-2769-45307FE05F3D}"/>
          </ac:spMkLst>
        </pc:spChg>
        <pc:spChg chg="add">
          <ac:chgData name="陽 菊池" userId="001877ae5ad457f9" providerId="LiveId" clId="{70E61DDB-07A6-4D01-945E-31A07336DA08}" dt="2026-09-11T08:23:08.318" v="123"/>
          <ac:spMkLst>
            <pc:docMk/>
            <pc:sldMk cId="639029677" sldId="256"/>
            <ac:spMk id="9" creationId="{0E0CC8B1-382C-1271-8C43-0A175C2F9816}"/>
          </ac:spMkLst>
        </pc:spChg>
      </pc:sldChg>
      <pc:sldChg chg="modSp new mod modShow">
        <pc:chgData name="陽 菊池" userId="001877ae5ad457f9" providerId="LiveId" clId="{70E61DDB-07A6-4D01-945E-31A07336DA08}" dt="2026-09-25T10:02:57.684" v="1962" actId="729"/>
        <pc:sldMkLst>
          <pc:docMk/>
          <pc:sldMk cId="3914103707" sldId="257"/>
        </pc:sldMkLst>
        <pc:spChg chg="mod">
          <ac:chgData name="陽 菊池" userId="001877ae5ad457f9" providerId="LiveId" clId="{70E61DDB-07A6-4D01-945E-31A07336DA08}" dt="2026-09-17T02:23:08.014" v="624"/>
          <ac:spMkLst>
            <pc:docMk/>
            <pc:sldMk cId="3914103707" sldId="257"/>
            <ac:spMk id="2" creationId="{D76B2BD3-DD84-AB96-012D-AD4CD8264E2E}"/>
          </ac:spMkLst>
        </pc:spChg>
        <pc:spChg chg="mod">
          <ac:chgData name="陽 菊池" userId="001877ae5ad457f9" providerId="LiveId" clId="{70E61DDB-07A6-4D01-945E-31A07336DA08}" dt="2026-09-17T02:23:52.225" v="633" actId="20577"/>
          <ac:spMkLst>
            <pc:docMk/>
            <pc:sldMk cId="3914103707" sldId="257"/>
            <ac:spMk id="3" creationId="{2217F15C-BE19-D801-1458-97845727AF17}"/>
          </ac:spMkLst>
        </pc:spChg>
      </pc:sldChg>
      <pc:sldChg chg="modSp new mod ord modShow">
        <pc:chgData name="陽 菊池" userId="001877ae5ad457f9" providerId="LiveId" clId="{70E61DDB-07A6-4D01-945E-31A07336DA08}" dt="2026-09-25T05:51:58.962" v="1349" actId="729"/>
        <pc:sldMkLst>
          <pc:docMk/>
          <pc:sldMk cId="1103374237" sldId="258"/>
        </pc:sldMkLst>
        <pc:spChg chg="mod">
          <ac:chgData name="陽 菊池" userId="001877ae5ad457f9" providerId="LiveId" clId="{70E61DDB-07A6-4D01-945E-31A07336DA08}" dt="2026-09-17T02:22:57.017" v="621"/>
          <ac:spMkLst>
            <pc:docMk/>
            <pc:sldMk cId="1103374237" sldId="258"/>
            <ac:spMk id="2" creationId="{51A425BE-91B3-FFDC-6B6A-7ABBE803AA32}"/>
          </ac:spMkLst>
        </pc:spChg>
        <pc:spChg chg="mod">
          <ac:chgData name="陽 菊池" userId="001877ae5ad457f9" providerId="LiveId" clId="{70E61DDB-07A6-4D01-945E-31A07336DA08}" dt="2026-09-17T02:23:41.734" v="632" actId="20577"/>
          <ac:spMkLst>
            <pc:docMk/>
            <pc:sldMk cId="1103374237" sldId="258"/>
            <ac:spMk id="3" creationId="{FD95CF1D-BD66-652A-BA99-3F45B5643D73}"/>
          </ac:spMkLst>
        </pc:spChg>
      </pc:sldChg>
      <pc:sldChg chg="modSp new mod ord modShow">
        <pc:chgData name="陽 菊池" userId="001877ae5ad457f9" providerId="LiveId" clId="{70E61DDB-07A6-4D01-945E-31A07336DA08}" dt="2026-09-25T10:13:23.257" v="2067" actId="729"/>
        <pc:sldMkLst>
          <pc:docMk/>
          <pc:sldMk cId="501246858" sldId="259"/>
        </pc:sldMkLst>
        <pc:spChg chg="mod">
          <ac:chgData name="陽 菊池" userId="001877ae5ad457f9" providerId="LiveId" clId="{70E61DDB-07A6-4D01-945E-31A07336DA08}" dt="2026-09-17T02:22:25.450" v="617"/>
          <ac:spMkLst>
            <pc:docMk/>
            <pc:sldMk cId="501246858" sldId="259"/>
            <ac:spMk id="2" creationId="{F15F3EFD-A242-FD15-9F05-9F6FA9E04356}"/>
          </ac:spMkLst>
        </pc:spChg>
        <pc:spChg chg="mod">
          <ac:chgData name="陽 菊池" userId="001877ae5ad457f9" providerId="LiveId" clId="{70E61DDB-07A6-4D01-945E-31A07336DA08}" dt="2026-09-18T06:22:06.124" v="807" actId="5793"/>
          <ac:spMkLst>
            <pc:docMk/>
            <pc:sldMk cId="501246858" sldId="259"/>
            <ac:spMk id="3" creationId="{92D63D62-F571-9374-017B-AF3CB0722553}"/>
          </ac:spMkLst>
        </pc:spChg>
      </pc:sldChg>
      <pc:sldChg chg="modSp new mod modShow">
        <pc:chgData name="陽 菊池" userId="001877ae5ad457f9" providerId="LiveId" clId="{70E61DDB-07A6-4D01-945E-31A07336DA08}" dt="2026-09-25T06:05:21.443" v="1684" actId="729"/>
        <pc:sldMkLst>
          <pc:docMk/>
          <pc:sldMk cId="4099807635" sldId="260"/>
        </pc:sldMkLst>
        <pc:spChg chg="mod">
          <ac:chgData name="陽 菊池" userId="001877ae5ad457f9" providerId="LiveId" clId="{70E61DDB-07A6-4D01-945E-31A07336DA08}" dt="2026-09-17T02:22:40.095" v="619"/>
          <ac:spMkLst>
            <pc:docMk/>
            <pc:sldMk cId="4099807635" sldId="260"/>
            <ac:spMk id="2" creationId="{4437A380-D54D-60C5-9736-3F29B1F5AC94}"/>
          </ac:spMkLst>
        </pc:spChg>
        <pc:spChg chg="mod">
          <ac:chgData name="陽 菊池" userId="001877ae5ad457f9" providerId="LiveId" clId="{70E61DDB-07A6-4D01-945E-31A07336DA08}" dt="2026-09-17T02:22:35.447" v="618"/>
          <ac:spMkLst>
            <pc:docMk/>
            <pc:sldMk cId="4099807635" sldId="260"/>
            <ac:spMk id="3" creationId="{9706DD4F-0618-1F3A-D9BB-745D950EEE51}"/>
          </ac:spMkLst>
        </pc:spChg>
      </pc:sldChg>
      <pc:sldChg chg="modSp new mod ord modShow">
        <pc:chgData name="陽 菊池" userId="001877ae5ad457f9" providerId="LiveId" clId="{70E61DDB-07A6-4D01-945E-31A07336DA08}" dt="2026-09-25T10:02:18.775" v="1960" actId="729"/>
        <pc:sldMkLst>
          <pc:docMk/>
          <pc:sldMk cId="1963722063" sldId="261"/>
        </pc:sldMkLst>
        <pc:spChg chg="mod">
          <ac:chgData name="陽 菊池" userId="001877ae5ad457f9" providerId="LiveId" clId="{70E61DDB-07A6-4D01-945E-31A07336DA08}" dt="2026-09-17T02:23:18.981" v="628"/>
          <ac:spMkLst>
            <pc:docMk/>
            <pc:sldMk cId="1963722063" sldId="261"/>
            <ac:spMk id="2" creationId="{1386F9E5-F6AE-F5A5-D355-78DD6A4278CA}"/>
          </ac:spMkLst>
        </pc:spChg>
        <pc:spChg chg="mod">
          <ac:chgData name="陽 菊池" userId="001877ae5ad457f9" providerId="LiveId" clId="{70E61DDB-07A6-4D01-945E-31A07336DA08}" dt="2026-09-17T02:23:32.017" v="629"/>
          <ac:spMkLst>
            <pc:docMk/>
            <pc:sldMk cId="1963722063" sldId="261"/>
            <ac:spMk id="3" creationId="{69296BC9-FD8B-7FDD-FD6F-EF1F1EE69723}"/>
          </ac:spMkLst>
        </pc:spChg>
      </pc:sldChg>
      <pc:sldChg chg="modSp new mod modShow">
        <pc:chgData name="陽 菊池" userId="001877ae5ad457f9" providerId="LiveId" clId="{70E61DDB-07A6-4D01-945E-31A07336DA08}" dt="2026-09-25T06:01:41.762" v="1579" actId="729"/>
        <pc:sldMkLst>
          <pc:docMk/>
          <pc:sldMk cId="3533698610" sldId="262"/>
        </pc:sldMkLst>
        <pc:spChg chg="mod">
          <ac:chgData name="陽 菊池" userId="001877ae5ad457f9" providerId="LiveId" clId="{70E61DDB-07A6-4D01-945E-31A07336DA08}" dt="2026-09-17T02:32:24.143" v="635"/>
          <ac:spMkLst>
            <pc:docMk/>
            <pc:sldMk cId="3533698610" sldId="262"/>
            <ac:spMk id="2" creationId="{65C1F55B-4AFA-CCED-B23F-638DA35B87E9}"/>
          </ac:spMkLst>
        </pc:spChg>
        <pc:spChg chg="mod">
          <ac:chgData name="陽 菊池" userId="001877ae5ad457f9" providerId="LiveId" clId="{70E61DDB-07A6-4D01-945E-31A07336DA08}" dt="2026-09-18T06:23:48.963" v="1004" actId="20577"/>
          <ac:spMkLst>
            <pc:docMk/>
            <pc:sldMk cId="3533698610" sldId="262"/>
            <ac:spMk id="3" creationId="{925C6EF6-1C65-BE5B-5A7B-7B90AF9EFB6E}"/>
          </ac:spMkLst>
        </pc:spChg>
      </pc:sldChg>
      <pc:sldChg chg="modSp new mod modShow">
        <pc:chgData name="陽 菊池" userId="001877ae5ad457f9" providerId="LiveId" clId="{70E61DDB-07A6-4D01-945E-31A07336DA08}" dt="2026-09-25T06:01:39.996" v="1578" actId="729"/>
        <pc:sldMkLst>
          <pc:docMk/>
          <pc:sldMk cId="3527295159" sldId="263"/>
        </pc:sldMkLst>
        <pc:spChg chg="mod">
          <ac:chgData name="陽 菊池" userId="001877ae5ad457f9" providerId="LiveId" clId="{70E61DDB-07A6-4D01-945E-31A07336DA08}" dt="2026-09-18T06:24:31.774" v="1019" actId="20577"/>
          <ac:spMkLst>
            <pc:docMk/>
            <pc:sldMk cId="3527295159" sldId="263"/>
            <ac:spMk id="2" creationId="{5D01ADB4-9C19-CEAD-627E-9D1D5129C3EC}"/>
          </ac:spMkLst>
        </pc:spChg>
        <pc:spChg chg="mod">
          <ac:chgData name="陽 菊池" userId="001877ae5ad457f9" providerId="LiveId" clId="{70E61DDB-07A6-4D01-945E-31A07336DA08}" dt="2026-09-24T12:18:23.190" v="1289" actId="6549"/>
          <ac:spMkLst>
            <pc:docMk/>
            <pc:sldMk cId="3527295159" sldId="263"/>
            <ac:spMk id="3" creationId="{98061D99-49F8-E697-A38D-A4A49EE19AD3}"/>
          </ac:spMkLst>
        </pc:spChg>
      </pc:sldChg>
      <pc:sldChg chg="modSp new mod modShow">
        <pc:chgData name="陽 菊池" userId="001877ae5ad457f9" providerId="LiveId" clId="{70E61DDB-07A6-4D01-945E-31A07336DA08}" dt="2026-09-25T06:01:45.322" v="1580" actId="729"/>
        <pc:sldMkLst>
          <pc:docMk/>
          <pc:sldMk cId="3677076299" sldId="264"/>
        </pc:sldMkLst>
        <pc:spChg chg="mod">
          <ac:chgData name="陽 菊池" userId="001877ae5ad457f9" providerId="LiveId" clId="{70E61DDB-07A6-4D01-945E-31A07336DA08}" dt="2026-09-18T08:30:14.074" v="1133" actId="20577"/>
          <ac:spMkLst>
            <pc:docMk/>
            <pc:sldMk cId="3677076299" sldId="264"/>
            <ac:spMk id="2" creationId="{0680237B-319D-1AEB-DFDD-116EF949125C}"/>
          </ac:spMkLst>
        </pc:spChg>
      </pc:sldChg>
      <pc:sldChg chg="modSp new mod modShow">
        <pc:chgData name="陽 菊池" userId="001877ae5ad457f9" providerId="LiveId" clId="{70E61DDB-07A6-4D01-945E-31A07336DA08}" dt="2026-09-25T06:01:47.319" v="1581" actId="729"/>
        <pc:sldMkLst>
          <pc:docMk/>
          <pc:sldMk cId="1949712075" sldId="265"/>
        </pc:sldMkLst>
        <pc:spChg chg="mod">
          <ac:chgData name="陽 菊池" userId="001877ae5ad457f9" providerId="LiveId" clId="{70E61DDB-07A6-4D01-945E-31A07336DA08}" dt="2026-09-18T08:30:24.205" v="1168" actId="20577"/>
          <ac:spMkLst>
            <pc:docMk/>
            <pc:sldMk cId="1949712075" sldId="265"/>
            <ac:spMk id="2" creationId="{A6B19FF8-C81E-BB62-5187-CD06D999C44C}"/>
          </ac:spMkLst>
        </pc:spChg>
      </pc:sldChg>
      <pc:sldChg chg="addSp delSp modSp new mod ord modNotesTx">
        <pc:chgData name="陽 菊池" userId="001877ae5ad457f9" providerId="LiveId" clId="{70E61DDB-07A6-4D01-945E-31A07336DA08}" dt="2026-09-25T11:10:48.779" v="2749" actId="1076"/>
        <pc:sldMkLst>
          <pc:docMk/>
          <pc:sldMk cId="2968460216" sldId="266"/>
        </pc:sldMkLst>
        <pc:spChg chg="mod">
          <ac:chgData name="陽 菊池" userId="001877ae5ad457f9" providerId="LiveId" clId="{70E61DDB-07A6-4D01-945E-31A07336DA08}" dt="2026-09-25T10:03:41.336" v="1971" actId="1076"/>
          <ac:spMkLst>
            <pc:docMk/>
            <pc:sldMk cId="2968460216" sldId="266"/>
            <ac:spMk id="2" creationId="{5635BB47-4ED5-28F1-1812-1DE91808DE93}"/>
          </ac:spMkLst>
        </pc:spChg>
        <pc:spChg chg="add del">
          <ac:chgData name="陽 菊池" userId="001877ae5ad457f9" providerId="LiveId" clId="{70E61DDB-07A6-4D01-945E-31A07336DA08}" dt="2026-09-25T08:19:02.457" v="1764"/>
          <ac:spMkLst>
            <pc:docMk/>
            <pc:sldMk cId="2968460216" sldId="266"/>
            <ac:spMk id="3" creationId="{A227623D-1FA9-B806-48F4-4471B5F68FD0}"/>
          </ac:spMkLst>
        </pc:spChg>
        <pc:spChg chg="add del mod">
          <ac:chgData name="陽 菊池" userId="001877ae5ad457f9" providerId="LiveId" clId="{70E61DDB-07A6-4D01-945E-31A07336DA08}" dt="2026-09-25T09:53:33.409" v="1892" actId="478"/>
          <ac:spMkLst>
            <pc:docMk/>
            <pc:sldMk cId="2968460216" sldId="266"/>
            <ac:spMk id="8" creationId="{002A0D74-3E93-3CC5-4A63-11491F92061C}"/>
          </ac:spMkLst>
        </pc:spChg>
        <pc:spChg chg="add del mod ord">
          <ac:chgData name="陽 菊池" userId="001877ae5ad457f9" providerId="LiveId" clId="{70E61DDB-07A6-4D01-945E-31A07336DA08}" dt="2026-09-25T09:01:21.902" v="1879" actId="478"/>
          <ac:spMkLst>
            <pc:docMk/>
            <pc:sldMk cId="2968460216" sldId="266"/>
            <ac:spMk id="9" creationId="{6768A7B5-BBEE-64EF-FA1D-E7705ACBEA73}"/>
          </ac:spMkLst>
        </pc:spChg>
        <pc:spChg chg="add del mod">
          <ac:chgData name="陽 菊池" userId="001877ae5ad457f9" providerId="LiveId" clId="{70E61DDB-07A6-4D01-945E-31A07336DA08}" dt="2026-09-25T09:59:12.537" v="1953" actId="478"/>
          <ac:spMkLst>
            <pc:docMk/>
            <pc:sldMk cId="2968460216" sldId="266"/>
            <ac:spMk id="14" creationId="{9B8C8197-AA64-68F4-2F4B-865C06376568}"/>
          </ac:spMkLst>
        </pc:spChg>
        <pc:spChg chg="add del">
          <ac:chgData name="陽 菊池" userId="001877ae5ad457f9" providerId="LiveId" clId="{70E61DDB-07A6-4D01-945E-31A07336DA08}" dt="2026-09-25T09:53:45.309" v="1897" actId="478"/>
          <ac:spMkLst>
            <pc:docMk/>
            <pc:sldMk cId="2968460216" sldId="266"/>
            <ac:spMk id="17" creationId="{37A3455F-3BCF-42C0-CCEA-63374B4C9410}"/>
          </ac:spMkLst>
        </pc:spChg>
        <pc:spChg chg="add mod">
          <ac:chgData name="陽 菊池" userId="001877ae5ad457f9" providerId="LiveId" clId="{70E61DDB-07A6-4D01-945E-31A07336DA08}" dt="2026-09-25T11:04:24.250" v="2723" actId="1076"/>
          <ac:spMkLst>
            <pc:docMk/>
            <pc:sldMk cId="2968460216" sldId="266"/>
            <ac:spMk id="19" creationId="{B98DB963-F5A6-633C-6EF0-A65626935196}"/>
          </ac:spMkLst>
        </pc:spChg>
        <pc:spChg chg="add del mod">
          <ac:chgData name="陽 菊池" userId="001877ae5ad457f9" providerId="LiveId" clId="{70E61DDB-07A6-4D01-945E-31A07336DA08}" dt="2026-09-25T11:00:29.796" v="2667" actId="478"/>
          <ac:spMkLst>
            <pc:docMk/>
            <pc:sldMk cId="2968460216" sldId="266"/>
            <ac:spMk id="21" creationId="{7E3FC53B-8BD7-6977-69F6-EAAF205BC56F}"/>
          </ac:spMkLst>
        </pc:spChg>
        <pc:spChg chg="add mod">
          <ac:chgData name="陽 菊池" userId="001877ae5ad457f9" providerId="LiveId" clId="{70E61DDB-07A6-4D01-945E-31A07336DA08}" dt="2026-09-25T11:04:33.268" v="2725" actId="1076"/>
          <ac:spMkLst>
            <pc:docMk/>
            <pc:sldMk cId="2968460216" sldId="266"/>
            <ac:spMk id="23" creationId="{EF6791CC-5AED-A436-1F44-FD023D654DAE}"/>
          </ac:spMkLst>
        </pc:spChg>
        <pc:spChg chg="add del mod">
          <ac:chgData name="陽 菊池" userId="001877ae5ad457f9" providerId="LiveId" clId="{70E61DDB-07A6-4D01-945E-31A07336DA08}" dt="2026-09-25T11:00:42.974" v="2672" actId="478"/>
          <ac:spMkLst>
            <pc:docMk/>
            <pc:sldMk cId="2968460216" sldId="266"/>
            <ac:spMk id="25" creationId="{1D9AC413-DE7D-11B4-5417-9942E17AC316}"/>
          </ac:spMkLst>
        </pc:spChg>
        <pc:spChg chg="add mod">
          <ac:chgData name="陽 菊池" userId="001877ae5ad457f9" providerId="LiveId" clId="{70E61DDB-07A6-4D01-945E-31A07336DA08}" dt="2026-09-25T11:04:02.683" v="2719" actId="1076"/>
          <ac:spMkLst>
            <pc:docMk/>
            <pc:sldMk cId="2968460216" sldId="266"/>
            <ac:spMk id="27" creationId="{87BECD32-37AC-5526-A039-9FCC3767B6F4}"/>
          </ac:spMkLst>
        </pc:spChg>
        <pc:spChg chg="add del mod">
          <ac:chgData name="陽 菊池" userId="001877ae5ad457f9" providerId="LiveId" clId="{70E61DDB-07A6-4D01-945E-31A07336DA08}" dt="2026-09-25T11:01:59.267" v="2685" actId="478"/>
          <ac:spMkLst>
            <pc:docMk/>
            <pc:sldMk cId="2968460216" sldId="266"/>
            <ac:spMk id="29" creationId="{0092DAC1-3579-9057-708A-DB39FD77EBF4}"/>
          </ac:spMkLst>
        </pc:spChg>
        <pc:spChg chg="add mod">
          <ac:chgData name="陽 菊池" userId="001877ae5ad457f9" providerId="LiveId" clId="{70E61DDB-07A6-4D01-945E-31A07336DA08}" dt="2026-09-25T11:03:58.605" v="2718" actId="1076"/>
          <ac:spMkLst>
            <pc:docMk/>
            <pc:sldMk cId="2968460216" sldId="266"/>
            <ac:spMk id="31" creationId="{2359A014-A780-1F89-60D3-7B377A6401BF}"/>
          </ac:spMkLst>
        </pc:spChg>
        <pc:spChg chg="add del mod">
          <ac:chgData name="陽 菊池" userId="001877ae5ad457f9" providerId="LiveId" clId="{70E61DDB-07A6-4D01-945E-31A07336DA08}" dt="2026-09-25T11:00:41.952" v="2671" actId="478"/>
          <ac:spMkLst>
            <pc:docMk/>
            <pc:sldMk cId="2968460216" sldId="266"/>
            <ac:spMk id="33" creationId="{AF2F4B41-28D3-9329-C211-DF92AF9E06CE}"/>
          </ac:spMkLst>
        </pc:spChg>
        <pc:spChg chg="add mod">
          <ac:chgData name="陽 菊池" userId="001877ae5ad457f9" providerId="LiveId" clId="{70E61DDB-07A6-4D01-945E-31A07336DA08}" dt="2026-09-25T11:04:10.675" v="2721" actId="1076"/>
          <ac:spMkLst>
            <pc:docMk/>
            <pc:sldMk cId="2968460216" sldId="266"/>
            <ac:spMk id="35" creationId="{A45F16C3-2CD8-4D58-47AC-EF7F2BC93B39}"/>
          </ac:spMkLst>
        </pc:spChg>
        <pc:spChg chg="add mod">
          <ac:chgData name="陽 菊池" userId="001877ae5ad457f9" providerId="LiveId" clId="{70E61DDB-07A6-4D01-945E-31A07336DA08}" dt="2026-09-25T10:07:33.466" v="2013" actId="1076"/>
          <ac:spMkLst>
            <pc:docMk/>
            <pc:sldMk cId="2968460216" sldId="266"/>
            <ac:spMk id="37" creationId="{2197FB01-4528-031A-15BF-F8DFE7DF6EDE}"/>
          </ac:spMkLst>
        </pc:spChg>
        <pc:spChg chg="add mod">
          <ac:chgData name="陽 菊池" userId="001877ae5ad457f9" providerId="LiveId" clId="{70E61DDB-07A6-4D01-945E-31A07336DA08}" dt="2026-09-25T10:06:41.707" v="2002" actId="1076"/>
          <ac:spMkLst>
            <pc:docMk/>
            <pc:sldMk cId="2968460216" sldId="266"/>
            <ac:spMk id="39" creationId="{16372EF6-12D5-533A-4F76-F9C87A62FEB7}"/>
          </ac:spMkLst>
        </pc:spChg>
        <pc:spChg chg="add mod">
          <ac:chgData name="陽 菊池" userId="001877ae5ad457f9" providerId="LiveId" clId="{70E61DDB-07A6-4D01-945E-31A07336DA08}" dt="2026-09-25T10:07:14.235" v="2006" actId="403"/>
          <ac:spMkLst>
            <pc:docMk/>
            <pc:sldMk cId="2968460216" sldId="266"/>
            <ac:spMk id="41" creationId="{FE13BA67-30C1-4342-45AD-08D30AA30FF7}"/>
          </ac:spMkLst>
        </pc:spChg>
        <pc:spChg chg="add del mod">
          <ac:chgData name="陽 菊池" userId="001877ae5ad457f9" providerId="LiveId" clId="{70E61DDB-07A6-4D01-945E-31A07336DA08}" dt="2026-09-25T11:03:03.751" v="2700" actId="478"/>
          <ac:spMkLst>
            <pc:docMk/>
            <pc:sldMk cId="2968460216" sldId="266"/>
            <ac:spMk id="42" creationId="{5F489A77-A24F-8353-E477-4FE6E5BCE73C}"/>
          </ac:spMkLst>
        </pc:spChg>
        <pc:spChg chg="add mod">
          <ac:chgData name="陽 菊池" userId="001877ae5ad457f9" providerId="LiveId" clId="{70E61DDB-07A6-4D01-945E-31A07336DA08}" dt="2026-09-25T11:10:27.381" v="2743" actId="14100"/>
          <ac:spMkLst>
            <pc:docMk/>
            <pc:sldMk cId="2968460216" sldId="266"/>
            <ac:spMk id="43" creationId="{A899DB30-9063-2D2D-34FE-7A2258027F8F}"/>
          </ac:spMkLst>
        </pc:spChg>
        <pc:spChg chg="add mod">
          <ac:chgData name="陽 菊池" userId="001877ae5ad457f9" providerId="LiveId" clId="{70E61DDB-07A6-4D01-945E-31A07336DA08}" dt="2026-09-25T11:10:29.849" v="2744" actId="14100"/>
          <ac:spMkLst>
            <pc:docMk/>
            <pc:sldMk cId="2968460216" sldId="266"/>
            <ac:spMk id="45" creationId="{162805E2-209E-F5C3-1FED-77FC5891AE7D}"/>
          </ac:spMkLst>
        </pc:spChg>
        <pc:spChg chg="add mod">
          <ac:chgData name="陽 菊池" userId="001877ae5ad457f9" providerId="LiveId" clId="{70E61DDB-07A6-4D01-945E-31A07336DA08}" dt="2026-09-25T11:10:23.306" v="2742" actId="14100"/>
          <ac:spMkLst>
            <pc:docMk/>
            <pc:sldMk cId="2968460216" sldId="266"/>
            <ac:spMk id="47" creationId="{3F9C0228-3375-4724-6A30-A1AB7AC9D7D0}"/>
          </ac:spMkLst>
        </pc:spChg>
        <pc:spChg chg="add mod">
          <ac:chgData name="陽 菊池" userId="001877ae5ad457f9" providerId="LiveId" clId="{70E61DDB-07A6-4D01-945E-31A07336DA08}" dt="2026-09-25T11:10:48.779" v="2749" actId="1076"/>
          <ac:spMkLst>
            <pc:docMk/>
            <pc:sldMk cId="2968460216" sldId="266"/>
            <ac:spMk id="49" creationId="{DF9AD526-F228-A23C-BF79-2E3C54EB9E1E}"/>
          </ac:spMkLst>
        </pc:spChg>
        <pc:graphicFrameChg chg="add del mod modGraphic">
          <ac:chgData name="陽 菊池" userId="001877ae5ad457f9" providerId="LiveId" clId="{70E61DDB-07A6-4D01-945E-31A07336DA08}" dt="2026-09-25T08:39:37.502" v="1833" actId="478"/>
          <ac:graphicFrameMkLst>
            <pc:docMk/>
            <pc:sldMk cId="2968460216" sldId="266"/>
            <ac:graphicFrameMk id="10" creationId="{98997C76-5684-5864-8449-6BB78DA8349A}"/>
          </ac:graphicFrameMkLst>
        </pc:graphicFrameChg>
        <pc:graphicFrameChg chg="add del mod modGraphic">
          <ac:chgData name="陽 菊池" userId="001877ae5ad457f9" providerId="LiveId" clId="{70E61DDB-07A6-4D01-945E-31A07336DA08}" dt="2026-09-25T09:01:27.412" v="1880" actId="478"/>
          <ac:graphicFrameMkLst>
            <pc:docMk/>
            <pc:sldMk cId="2968460216" sldId="266"/>
            <ac:graphicFrameMk id="11" creationId="{E8F90ED7-B125-9193-6B16-E1E9A7107222}"/>
          </ac:graphicFrameMkLst>
        </pc:graphicFrameChg>
        <pc:graphicFrameChg chg="add mod">
          <ac:chgData name="陽 菊池" userId="001877ae5ad457f9" providerId="LiveId" clId="{70E61DDB-07A6-4D01-945E-31A07336DA08}" dt="2026-09-25T09:53:40.530" v="1896"/>
          <ac:graphicFrameMkLst>
            <pc:docMk/>
            <pc:sldMk cId="2968460216" sldId="266"/>
            <ac:graphicFrameMk id="15" creationId="{3695C3D3-6A5A-918D-0A00-960B65B2A780}"/>
          </ac:graphicFrameMkLst>
        </pc:graphicFrameChg>
        <pc:picChg chg="add del mod ord">
          <ac:chgData name="陽 菊池" userId="001877ae5ad457f9" providerId="LiveId" clId="{70E61DDB-07A6-4D01-945E-31A07336DA08}" dt="2026-09-25T05:46:52.019" v="1334" actId="931"/>
          <ac:picMkLst>
            <pc:docMk/>
            <pc:sldMk cId="2968460216" sldId="266"/>
            <ac:picMk id="7" creationId="{002B357D-6268-7962-ED01-4D807495139B}"/>
          </ac:picMkLst>
        </pc:picChg>
        <pc:picChg chg="add del mod ord">
          <ac:chgData name="陽 菊池" userId="001877ae5ad457f9" providerId="LiveId" clId="{70E61DDB-07A6-4D01-945E-31A07336DA08}" dt="2026-09-25T09:53:33.825" v="1893" actId="478"/>
          <ac:picMkLst>
            <pc:docMk/>
            <pc:sldMk cId="2968460216" sldId="266"/>
            <ac:picMk id="7" creationId="{6F50BB83-4A71-C50F-D587-F2B3394995F9}"/>
          </ac:picMkLst>
        </pc:picChg>
        <pc:picChg chg="add del mod ord">
          <ac:chgData name="陽 菊池" userId="001877ae5ad457f9" providerId="LiveId" clId="{70E61DDB-07A6-4D01-945E-31A07336DA08}" dt="2026-09-25T05:46:59.446" v="1337" actId="931"/>
          <ac:picMkLst>
            <pc:docMk/>
            <pc:sldMk cId="2968460216" sldId="266"/>
            <ac:picMk id="9" creationId="{3477E1D8-6CA6-F302-AC17-47A77230C1CA}"/>
          </ac:picMkLst>
        </pc:picChg>
        <pc:picChg chg="add del mod ord">
          <ac:chgData name="陽 菊池" userId="001877ae5ad457f9" providerId="LiveId" clId="{70E61DDB-07A6-4D01-945E-31A07336DA08}" dt="2026-09-25T05:47:10.653" v="1340" actId="931"/>
          <ac:picMkLst>
            <pc:docMk/>
            <pc:sldMk cId="2968460216" sldId="266"/>
            <ac:picMk id="11" creationId="{10DB4435-D893-2AAC-9D9A-30D89FFD154D}"/>
          </ac:picMkLst>
        </pc:picChg>
        <pc:picChg chg="add del mod">
          <ac:chgData name="陽 菊池" userId="001877ae5ad457f9" providerId="LiveId" clId="{70E61DDB-07A6-4D01-945E-31A07336DA08}" dt="2026-09-25T09:53:32.688" v="1891" actId="478"/>
          <ac:picMkLst>
            <pc:docMk/>
            <pc:sldMk cId="2968460216" sldId="266"/>
            <ac:picMk id="12" creationId="{44C6A787-5AFC-CE1A-3AE0-013E5A202A38}"/>
          </ac:picMkLst>
        </pc:picChg>
      </pc:sldChg>
      <pc:sldChg chg="addSp delSp modSp new mod">
        <pc:chgData name="陽 菊池" userId="001877ae5ad457f9" providerId="LiveId" clId="{70E61DDB-07A6-4D01-945E-31A07336DA08}" dt="2026-09-25T12:51:44.405" v="3968" actId="1076"/>
        <pc:sldMkLst>
          <pc:docMk/>
          <pc:sldMk cId="1496528308" sldId="267"/>
        </pc:sldMkLst>
        <pc:spChg chg="del mod">
          <ac:chgData name="陽 菊池" userId="001877ae5ad457f9" providerId="LiveId" clId="{70E61DDB-07A6-4D01-945E-31A07336DA08}" dt="2026-09-25T12:51:01.611" v="3955" actId="478"/>
          <ac:spMkLst>
            <pc:docMk/>
            <pc:sldMk cId="1496528308" sldId="267"/>
            <ac:spMk id="2" creationId="{DFD9BAEE-D794-DA30-2720-037FCB51CF4A}"/>
          </ac:spMkLst>
        </pc:spChg>
        <pc:spChg chg="del mod">
          <ac:chgData name="陽 菊池" userId="001877ae5ad457f9" providerId="LiveId" clId="{70E61DDB-07A6-4D01-945E-31A07336DA08}" dt="2026-09-25T12:49:20.431" v="3896" actId="478"/>
          <ac:spMkLst>
            <pc:docMk/>
            <pc:sldMk cId="1496528308" sldId="267"/>
            <ac:spMk id="3" creationId="{E30A44F6-C981-C4AC-8E23-F50FBD44DFF9}"/>
          </ac:spMkLst>
        </pc:spChg>
        <pc:spChg chg="add del mod">
          <ac:chgData name="陽 菊池" userId="001877ae5ad457f9" providerId="LiveId" clId="{70E61DDB-07A6-4D01-945E-31A07336DA08}" dt="2026-09-25T12:49:21.675" v="3897" actId="478"/>
          <ac:spMkLst>
            <pc:docMk/>
            <pc:sldMk cId="1496528308" sldId="267"/>
            <ac:spMk id="7" creationId="{2B88DEA7-1088-C5A2-7303-88876DC3B130}"/>
          </ac:spMkLst>
        </pc:spChg>
        <pc:spChg chg="add mod">
          <ac:chgData name="陽 菊池" userId="001877ae5ad457f9" providerId="LiveId" clId="{70E61DDB-07A6-4D01-945E-31A07336DA08}" dt="2026-09-25T12:51:37.257" v="3967" actId="20577"/>
          <ac:spMkLst>
            <pc:docMk/>
            <pc:sldMk cId="1496528308" sldId="267"/>
            <ac:spMk id="9" creationId="{AE8A04C5-DD5F-D06D-0EFD-5079074A46B6}"/>
          </ac:spMkLst>
        </pc:spChg>
        <pc:spChg chg="add mod">
          <ac:chgData name="陽 菊池" userId="001877ae5ad457f9" providerId="LiveId" clId="{70E61DDB-07A6-4D01-945E-31A07336DA08}" dt="2026-09-25T12:50:36.905" v="3952" actId="403"/>
          <ac:spMkLst>
            <pc:docMk/>
            <pc:sldMk cId="1496528308" sldId="267"/>
            <ac:spMk id="11" creationId="{A7CC07E0-905D-6329-AB71-4BA6AC865B90}"/>
          </ac:spMkLst>
        </pc:spChg>
        <pc:spChg chg="add mod">
          <ac:chgData name="陽 菊池" userId="001877ae5ad457f9" providerId="LiveId" clId="{70E61DDB-07A6-4D01-945E-31A07336DA08}" dt="2026-09-25T12:50:27.747" v="3949" actId="14100"/>
          <ac:spMkLst>
            <pc:docMk/>
            <pc:sldMk cId="1496528308" sldId="267"/>
            <ac:spMk id="13" creationId="{7FF9343A-34D7-289D-4FDD-FCE2870FEAD4}"/>
          </ac:spMkLst>
        </pc:spChg>
        <pc:spChg chg="add mod">
          <ac:chgData name="陽 菊池" userId="001877ae5ad457f9" providerId="LiveId" clId="{70E61DDB-07A6-4D01-945E-31A07336DA08}" dt="2026-09-25T12:50:29.962" v="3950" actId="14100"/>
          <ac:spMkLst>
            <pc:docMk/>
            <pc:sldMk cId="1496528308" sldId="267"/>
            <ac:spMk id="15" creationId="{FB791235-D737-6690-B1E1-A7F8CA7323C7}"/>
          </ac:spMkLst>
        </pc:spChg>
        <pc:spChg chg="add">
          <ac:chgData name="陽 菊池" userId="001877ae5ad457f9" providerId="LiveId" clId="{70E61DDB-07A6-4D01-945E-31A07336DA08}" dt="2026-09-25T12:50:50.476" v="3953" actId="22"/>
          <ac:spMkLst>
            <pc:docMk/>
            <pc:sldMk cId="1496528308" sldId="267"/>
            <ac:spMk id="17" creationId="{87AC05F5-963A-5F60-0ABA-6937CA77C14E}"/>
          </ac:spMkLst>
        </pc:spChg>
        <pc:spChg chg="add mod">
          <ac:chgData name="陽 菊池" userId="001877ae5ad457f9" providerId="LiveId" clId="{70E61DDB-07A6-4D01-945E-31A07336DA08}" dt="2026-09-25T12:51:44.405" v="3968" actId="1076"/>
          <ac:spMkLst>
            <pc:docMk/>
            <pc:sldMk cId="1496528308" sldId="267"/>
            <ac:spMk id="19" creationId="{32F27F27-2932-9116-BACB-503FF2AE62D0}"/>
          </ac:spMkLst>
        </pc:spChg>
        <pc:spChg chg="add del mod">
          <ac:chgData name="陽 菊池" userId="001877ae5ad457f9" providerId="LiveId" clId="{70E61DDB-07A6-4D01-945E-31A07336DA08}" dt="2026-09-25T12:51:02.376" v="3956" actId="478"/>
          <ac:spMkLst>
            <pc:docMk/>
            <pc:sldMk cId="1496528308" sldId="267"/>
            <ac:spMk id="21" creationId="{4A2B926C-163E-34AC-22EB-59AD562BA244}"/>
          </ac:spMkLst>
        </pc:spChg>
        <pc:spChg chg="add mod">
          <ac:chgData name="陽 菊池" userId="001877ae5ad457f9" providerId="LiveId" clId="{70E61DDB-07A6-4D01-945E-31A07336DA08}" dt="2026-09-25T12:51:11.162" v="3959" actId="1076"/>
          <ac:spMkLst>
            <pc:docMk/>
            <pc:sldMk cId="1496528308" sldId="267"/>
            <ac:spMk id="23" creationId="{9D7D074C-4492-8449-E071-06FC5302C820}"/>
          </ac:spMkLst>
        </pc:spChg>
        <pc:picChg chg="add del mod">
          <ac:chgData name="陽 菊池" userId="001877ae5ad457f9" providerId="LiveId" clId="{70E61DDB-07A6-4D01-945E-31A07336DA08}" dt="2026-09-25T05:55:47.935" v="1364" actId="478"/>
          <ac:picMkLst>
            <pc:docMk/>
            <pc:sldMk cId="1496528308" sldId="267"/>
            <ac:picMk id="7" creationId="{28B8CABD-367B-8912-6EAE-55A76B171F81}"/>
          </ac:picMkLst>
        </pc:picChg>
      </pc:sldChg>
      <pc:sldChg chg="addSp delSp modSp new mod ord modNotesTx">
        <pc:chgData name="陽 菊池" userId="001877ae5ad457f9" providerId="LiveId" clId="{70E61DDB-07A6-4D01-945E-31A07336DA08}" dt="2026-09-25T12:57:01.941" v="4070" actId="20577"/>
        <pc:sldMkLst>
          <pc:docMk/>
          <pc:sldMk cId="801727994" sldId="268"/>
        </pc:sldMkLst>
        <pc:spChg chg="mod">
          <ac:chgData name="陽 菊池" userId="001877ae5ad457f9" providerId="LiveId" clId="{70E61DDB-07A6-4D01-945E-31A07336DA08}" dt="2026-09-25T12:48:27.872" v="3895" actId="1076"/>
          <ac:spMkLst>
            <pc:docMk/>
            <pc:sldMk cId="801727994" sldId="268"/>
            <ac:spMk id="2" creationId="{62616096-D44E-1C54-8A65-69FA52A02097}"/>
          </ac:spMkLst>
        </pc:spChg>
        <pc:spChg chg="del mod">
          <ac:chgData name="陽 菊池" userId="001877ae5ad457f9" providerId="LiveId" clId="{70E61DDB-07A6-4D01-945E-31A07336DA08}" dt="2026-09-25T12:44:32.900" v="3817" actId="478"/>
          <ac:spMkLst>
            <pc:docMk/>
            <pc:sldMk cId="801727994" sldId="268"/>
            <ac:spMk id="3" creationId="{551E2808-7A06-DBC2-ED8F-870E20AFBB48}"/>
          </ac:spMkLst>
        </pc:spChg>
        <pc:spChg chg="add del mod">
          <ac:chgData name="陽 菊池" userId="001877ae5ad457f9" providerId="LiveId" clId="{70E61DDB-07A6-4D01-945E-31A07336DA08}" dt="2026-09-25T12:44:36.636" v="3818" actId="478"/>
          <ac:spMkLst>
            <pc:docMk/>
            <pc:sldMk cId="801727994" sldId="268"/>
            <ac:spMk id="7" creationId="{069D03C8-57C3-67F0-312F-007237D09654}"/>
          </ac:spMkLst>
        </pc:spChg>
        <pc:spChg chg="add mod">
          <ac:chgData name="陽 菊池" userId="001877ae5ad457f9" providerId="LiveId" clId="{70E61DDB-07A6-4D01-945E-31A07336DA08}" dt="2026-09-25T12:48:16.831" v="3893" actId="1076"/>
          <ac:spMkLst>
            <pc:docMk/>
            <pc:sldMk cId="801727994" sldId="268"/>
            <ac:spMk id="9" creationId="{06FE6174-9EBA-99D3-5DF6-54F976D4F188}"/>
          </ac:spMkLst>
        </pc:spChg>
        <pc:spChg chg="add mod">
          <ac:chgData name="陽 菊池" userId="001877ae5ad457f9" providerId="LiveId" clId="{70E61DDB-07A6-4D01-945E-31A07336DA08}" dt="2026-09-25T12:46:05.684" v="3875" actId="14100"/>
          <ac:spMkLst>
            <pc:docMk/>
            <pc:sldMk cId="801727994" sldId="268"/>
            <ac:spMk id="11" creationId="{FCD2805C-224B-8E09-578C-6440A1014EF6}"/>
          </ac:spMkLst>
        </pc:spChg>
        <pc:spChg chg="add mod">
          <ac:chgData name="陽 菊池" userId="001877ae5ad457f9" providerId="LiveId" clId="{70E61DDB-07A6-4D01-945E-31A07336DA08}" dt="2026-09-25T12:46:01.901" v="3874" actId="14100"/>
          <ac:spMkLst>
            <pc:docMk/>
            <pc:sldMk cId="801727994" sldId="268"/>
            <ac:spMk id="13" creationId="{2A92DC7D-601B-AC46-ED99-4C1A0F79FE9A}"/>
          </ac:spMkLst>
        </pc:spChg>
        <pc:spChg chg="add mod">
          <ac:chgData name="陽 菊池" userId="001877ae5ad457f9" providerId="LiveId" clId="{70E61DDB-07A6-4D01-945E-31A07336DA08}" dt="2026-09-25T12:46:11.642" v="3878" actId="27636"/>
          <ac:spMkLst>
            <pc:docMk/>
            <pc:sldMk cId="801727994" sldId="268"/>
            <ac:spMk id="15" creationId="{B8176543-AE4C-55BD-987D-470D4641564F}"/>
          </ac:spMkLst>
        </pc:spChg>
        <pc:spChg chg="mod">
          <ac:chgData name="陽 菊池" userId="001877ae5ad457f9" providerId="LiveId" clId="{70E61DDB-07A6-4D01-945E-31A07336DA08}" dt="2026-09-25T12:46:16.007" v="3879" actId="14100"/>
          <ac:spMkLst>
            <pc:docMk/>
            <pc:sldMk cId="801727994" sldId="268"/>
            <ac:spMk id="17" creationId="{3F127E72-E5C9-22FE-75C4-8F3BE059C2A8}"/>
          </ac:spMkLst>
        </pc:spChg>
        <pc:spChg chg="add mod">
          <ac:chgData name="陽 菊池" userId="001877ae5ad457f9" providerId="LiveId" clId="{70E61DDB-07A6-4D01-945E-31A07336DA08}" dt="2026-09-25T12:46:20.786" v="3883" actId="27636"/>
          <ac:spMkLst>
            <pc:docMk/>
            <pc:sldMk cId="801727994" sldId="268"/>
            <ac:spMk id="19" creationId="{E544E678-24DB-066B-70E8-CEA5B1A6B2DF}"/>
          </ac:spMkLst>
        </pc:spChg>
        <pc:spChg chg="add">
          <ac:chgData name="陽 菊池" userId="001877ae5ad457f9" providerId="LiveId" clId="{70E61DDB-07A6-4D01-945E-31A07336DA08}" dt="2026-09-25T12:44:51.198" v="3823" actId="22"/>
          <ac:spMkLst>
            <pc:docMk/>
            <pc:sldMk cId="801727994" sldId="268"/>
            <ac:spMk id="21" creationId="{1D65650F-23ED-7908-0E2D-68D66E0B7F5C}"/>
          </ac:spMkLst>
        </pc:spChg>
        <pc:spChg chg="add">
          <ac:chgData name="陽 菊池" userId="001877ae5ad457f9" providerId="LiveId" clId="{70E61DDB-07A6-4D01-945E-31A07336DA08}" dt="2026-09-25T12:44:51.198" v="3823" actId="22"/>
          <ac:spMkLst>
            <pc:docMk/>
            <pc:sldMk cId="801727994" sldId="268"/>
            <ac:spMk id="23" creationId="{E7C24954-2B28-FC2A-7A0B-7C62D1FF6D76}"/>
          </ac:spMkLst>
        </pc:spChg>
        <pc:spChg chg="add">
          <ac:chgData name="陽 菊池" userId="001877ae5ad457f9" providerId="LiveId" clId="{70E61DDB-07A6-4D01-945E-31A07336DA08}" dt="2026-09-25T12:44:51.198" v="3823" actId="22"/>
          <ac:spMkLst>
            <pc:docMk/>
            <pc:sldMk cId="801727994" sldId="268"/>
            <ac:spMk id="25" creationId="{EBF4D35D-E85F-260A-E21C-E778EFBA9867}"/>
          </ac:spMkLst>
        </pc:spChg>
        <pc:spChg chg="add">
          <ac:chgData name="陽 菊池" userId="001877ae5ad457f9" providerId="LiveId" clId="{70E61DDB-07A6-4D01-945E-31A07336DA08}" dt="2026-09-25T12:44:51.198" v="3823" actId="22"/>
          <ac:spMkLst>
            <pc:docMk/>
            <pc:sldMk cId="801727994" sldId="268"/>
            <ac:spMk id="27" creationId="{DDE7A2F5-AEE0-8B11-94CB-1EC0326F22D4}"/>
          </ac:spMkLst>
        </pc:spChg>
        <pc:spChg chg="add mod">
          <ac:chgData name="陽 菊池" userId="001877ae5ad457f9" providerId="LiveId" clId="{70E61DDB-07A6-4D01-945E-31A07336DA08}" dt="2026-09-25T12:45:29.501" v="3866" actId="403"/>
          <ac:spMkLst>
            <pc:docMk/>
            <pc:sldMk cId="801727994" sldId="268"/>
            <ac:spMk id="29" creationId="{22FE0634-8514-57A6-EFAB-95B573AC45E4}"/>
          </ac:spMkLst>
        </pc:spChg>
        <pc:spChg chg="add mod">
          <ac:chgData name="陽 菊池" userId="001877ae5ad457f9" providerId="LiveId" clId="{70E61DDB-07A6-4D01-945E-31A07336DA08}" dt="2026-09-25T12:45:24.664" v="3859" actId="404"/>
          <ac:spMkLst>
            <pc:docMk/>
            <pc:sldMk cId="801727994" sldId="268"/>
            <ac:spMk id="31" creationId="{4494F9D2-98BC-3F46-1EB5-57EF1EC990F3}"/>
          </ac:spMkLst>
        </pc:spChg>
        <pc:spChg chg="add mod">
          <ac:chgData name="陽 菊池" userId="001877ae5ad457f9" providerId="LiveId" clId="{70E61DDB-07A6-4D01-945E-31A07336DA08}" dt="2026-09-25T12:52:28.975" v="3986" actId="1076"/>
          <ac:spMkLst>
            <pc:docMk/>
            <pc:sldMk cId="801727994" sldId="268"/>
            <ac:spMk id="33" creationId="{D070BF44-C6B6-1D98-122B-0626CDF9C352}"/>
          </ac:spMkLst>
        </pc:spChg>
        <pc:spChg chg="add mod">
          <ac:chgData name="陽 菊池" userId="001877ae5ad457f9" providerId="LiveId" clId="{70E61DDB-07A6-4D01-945E-31A07336DA08}" dt="2026-09-25T12:55:18.780" v="4018" actId="1076"/>
          <ac:spMkLst>
            <pc:docMk/>
            <pc:sldMk cId="801727994" sldId="268"/>
            <ac:spMk id="35" creationId="{D7D7E11F-B10F-13CA-B22E-55F727978BB5}"/>
          </ac:spMkLst>
        </pc:spChg>
        <pc:spChg chg="add mod">
          <ac:chgData name="陽 菊池" userId="001877ae5ad457f9" providerId="LiveId" clId="{70E61DDB-07A6-4D01-945E-31A07336DA08}" dt="2026-09-25T12:57:01.941" v="4070" actId="20577"/>
          <ac:spMkLst>
            <pc:docMk/>
            <pc:sldMk cId="801727994" sldId="268"/>
            <ac:spMk id="37" creationId="{B219D0D1-9025-7092-AFA9-A9B053AD23EF}"/>
          </ac:spMkLst>
        </pc:spChg>
        <pc:spChg chg="add del mod">
          <ac:chgData name="陽 菊池" userId="001877ae5ad457f9" providerId="LiveId" clId="{70E61DDB-07A6-4D01-945E-31A07336DA08}" dt="2026-09-25T12:53:45.212" v="3996" actId="478"/>
          <ac:spMkLst>
            <pc:docMk/>
            <pc:sldMk cId="801727994" sldId="268"/>
            <ac:spMk id="39" creationId="{34049AB3-DCED-3DCF-6BDF-166E0151C6CF}"/>
          </ac:spMkLst>
        </pc:spChg>
        <pc:spChg chg="add mod ord">
          <ac:chgData name="陽 菊池" userId="001877ae5ad457f9" providerId="LiveId" clId="{70E61DDB-07A6-4D01-945E-31A07336DA08}" dt="2026-09-25T12:55:57.546" v="4024" actId="14100"/>
          <ac:spMkLst>
            <pc:docMk/>
            <pc:sldMk cId="801727994" sldId="268"/>
            <ac:spMk id="41" creationId="{5262ED49-3ACA-8050-E966-EBB4A7FDD4E8}"/>
          </ac:spMkLst>
        </pc:spChg>
      </pc:sldChg>
      <pc:sldChg chg="addSp delSp modSp new mod ord modNotesTx">
        <pc:chgData name="陽 菊池" userId="001877ae5ad457f9" providerId="LiveId" clId="{70E61DDB-07A6-4D01-945E-31A07336DA08}" dt="2026-09-25T12:40:39.583" v="3810" actId="1076"/>
        <pc:sldMkLst>
          <pc:docMk/>
          <pc:sldMk cId="3838568576" sldId="269"/>
        </pc:sldMkLst>
        <pc:spChg chg="mod">
          <ac:chgData name="陽 菊池" userId="001877ae5ad457f9" providerId="LiveId" clId="{70E61DDB-07A6-4D01-945E-31A07336DA08}" dt="2026-09-25T12:34:32.804" v="3723" actId="1076"/>
          <ac:spMkLst>
            <pc:docMk/>
            <pc:sldMk cId="3838568576" sldId="269"/>
            <ac:spMk id="2" creationId="{61911042-D0E8-3668-80D1-C4C9A71EF359}"/>
          </ac:spMkLst>
        </pc:spChg>
        <pc:spChg chg="del mod">
          <ac:chgData name="陽 菊池" userId="001877ae5ad457f9" providerId="LiveId" clId="{70E61DDB-07A6-4D01-945E-31A07336DA08}" dt="2026-09-25T12:35:35.445" v="3724" actId="478"/>
          <ac:spMkLst>
            <pc:docMk/>
            <pc:sldMk cId="3838568576" sldId="269"/>
            <ac:spMk id="3" creationId="{C78B1B2E-9EEF-5992-E855-EAB2304BA7B2}"/>
          </ac:spMkLst>
        </pc:spChg>
        <pc:spChg chg="add del mod">
          <ac:chgData name="陽 菊池" userId="001877ae5ad457f9" providerId="LiveId" clId="{70E61DDB-07A6-4D01-945E-31A07336DA08}" dt="2026-09-25T12:35:42.823" v="3725" actId="478"/>
          <ac:spMkLst>
            <pc:docMk/>
            <pc:sldMk cId="3838568576" sldId="269"/>
            <ac:spMk id="7" creationId="{06AF949B-64E2-5895-83F6-9D880BCED54D}"/>
          </ac:spMkLst>
        </pc:spChg>
        <pc:spChg chg="add mod">
          <ac:chgData name="陽 菊池" userId="001877ae5ad457f9" providerId="LiveId" clId="{70E61DDB-07A6-4D01-945E-31A07336DA08}" dt="2026-09-25T12:36:16.902" v="3731" actId="27636"/>
          <ac:spMkLst>
            <pc:docMk/>
            <pc:sldMk cId="3838568576" sldId="269"/>
            <ac:spMk id="9" creationId="{6CDFD12C-F12F-5D58-86F2-0A9540D109A3}"/>
          </ac:spMkLst>
        </pc:spChg>
        <pc:spChg chg="add mod">
          <ac:chgData name="陽 菊池" userId="001877ae5ad457f9" providerId="LiveId" clId="{70E61DDB-07A6-4D01-945E-31A07336DA08}" dt="2026-09-25T12:37:09.594" v="3754" actId="1076"/>
          <ac:spMkLst>
            <pc:docMk/>
            <pc:sldMk cId="3838568576" sldId="269"/>
            <ac:spMk id="11" creationId="{46647F43-2A1E-4011-A487-8FE20B000768}"/>
          </ac:spMkLst>
        </pc:spChg>
        <pc:spChg chg="add mod">
          <ac:chgData name="陽 菊池" userId="001877ae5ad457f9" providerId="LiveId" clId="{70E61DDB-07A6-4D01-945E-31A07336DA08}" dt="2026-09-25T12:39:17.467" v="3806" actId="1076"/>
          <ac:spMkLst>
            <pc:docMk/>
            <pc:sldMk cId="3838568576" sldId="269"/>
            <ac:spMk id="13" creationId="{203C8D96-8B85-3287-C5BC-45618875328A}"/>
          </ac:spMkLst>
        </pc:spChg>
        <pc:spChg chg="add mod">
          <ac:chgData name="陽 菊池" userId="001877ae5ad457f9" providerId="LiveId" clId="{70E61DDB-07A6-4D01-945E-31A07336DA08}" dt="2026-09-25T12:39:13.572" v="3805" actId="1076"/>
          <ac:spMkLst>
            <pc:docMk/>
            <pc:sldMk cId="3838568576" sldId="269"/>
            <ac:spMk id="15" creationId="{A39C7F92-4AD4-8B68-5785-E59DD0D3699F}"/>
          </ac:spMkLst>
        </pc:spChg>
        <pc:spChg chg="add mod">
          <ac:chgData name="陽 菊池" userId="001877ae5ad457f9" providerId="LiveId" clId="{70E61DDB-07A6-4D01-945E-31A07336DA08}" dt="2026-09-25T12:36:20.309" v="3736" actId="27636"/>
          <ac:spMkLst>
            <pc:docMk/>
            <pc:sldMk cId="3838568576" sldId="269"/>
            <ac:spMk id="17" creationId="{4CBD188B-0C4C-FFF6-BECF-845580A396C6}"/>
          </ac:spMkLst>
        </pc:spChg>
        <pc:spChg chg="add mod">
          <ac:chgData name="陽 菊池" userId="001877ae5ad457f9" providerId="LiveId" clId="{70E61DDB-07A6-4D01-945E-31A07336DA08}" dt="2026-09-25T12:38:01.365" v="3769" actId="14100"/>
          <ac:spMkLst>
            <pc:docMk/>
            <pc:sldMk cId="3838568576" sldId="269"/>
            <ac:spMk id="19" creationId="{395ACFA1-9D1B-E022-40A7-AB3CB3542F75}"/>
          </ac:spMkLst>
        </pc:spChg>
        <pc:spChg chg="add mod">
          <ac:chgData name="陽 菊池" userId="001877ae5ad457f9" providerId="LiveId" clId="{70E61DDB-07A6-4D01-945E-31A07336DA08}" dt="2026-09-25T12:38:08.098" v="3771" actId="14100"/>
          <ac:spMkLst>
            <pc:docMk/>
            <pc:sldMk cId="3838568576" sldId="269"/>
            <ac:spMk id="21" creationId="{EA222BF0-EBFD-90E7-E246-DA0CFBB564A5}"/>
          </ac:spMkLst>
        </pc:spChg>
        <pc:spChg chg="add mod">
          <ac:chgData name="陽 菊池" userId="001877ae5ad457f9" providerId="LiveId" clId="{70E61DDB-07A6-4D01-945E-31A07336DA08}" dt="2026-09-25T12:38:15.401" v="3772" actId="14100"/>
          <ac:spMkLst>
            <pc:docMk/>
            <pc:sldMk cId="3838568576" sldId="269"/>
            <ac:spMk id="23" creationId="{07E9B7C8-8D1F-03A0-9C4A-09F86420C233}"/>
          </ac:spMkLst>
        </pc:spChg>
        <pc:spChg chg="add mod">
          <ac:chgData name="陽 菊池" userId="001877ae5ad457f9" providerId="LiveId" clId="{70E61DDB-07A6-4D01-945E-31A07336DA08}" dt="2026-09-25T12:40:39.583" v="3810" actId="1076"/>
          <ac:spMkLst>
            <pc:docMk/>
            <pc:sldMk cId="3838568576" sldId="269"/>
            <ac:spMk id="25" creationId="{02087282-F4AF-A486-66AE-451D21853C15}"/>
          </ac:spMkLst>
        </pc:spChg>
      </pc:sldChg>
      <pc:sldChg chg="addSp delSp modSp new mod modNotesTx">
        <pc:chgData name="陽 菊池" userId="001877ae5ad457f9" providerId="LiveId" clId="{70E61DDB-07A6-4D01-945E-31A07336DA08}" dt="2026-09-25T12:33:41.752" v="3718" actId="20577"/>
        <pc:sldMkLst>
          <pc:docMk/>
          <pc:sldMk cId="4235114699" sldId="270"/>
        </pc:sldMkLst>
        <pc:spChg chg="mod">
          <ac:chgData name="陽 菊池" userId="001877ae5ad457f9" providerId="LiveId" clId="{70E61DDB-07A6-4D01-945E-31A07336DA08}" dt="2026-09-25T12:11:24.452" v="3270" actId="27636"/>
          <ac:spMkLst>
            <pc:docMk/>
            <pc:sldMk cId="4235114699" sldId="270"/>
            <ac:spMk id="2" creationId="{ED17CBB9-2E3F-4D77-94B2-8ED98C9CDF85}"/>
          </ac:spMkLst>
        </pc:spChg>
        <pc:spChg chg="del mod">
          <ac:chgData name="陽 菊池" userId="001877ae5ad457f9" providerId="LiveId" clId="{70E61DDB-07A6-4D01-945E-31A07336DA08}" dt="2026-09-25T12:00:39.150" v="3186" actId="478"/>
          <ac:spMkLst>
            <pc:docMk/>
            <pc:sldMk cId="4235114699" sldId="270"/>
            <ac:spMk id="3" creationId="{4F6CEFF1-3DBB-56D9-5DBD-4B4BDDDDBE08}"/>
          </ac:spMkLst>
        </pc:spChg>
        <pc:spChg chg="add del mod">
          <ac:chgData name="陽 菊池" userId="001877ae5ad457f9" providerId="LiveId" clId="{70E61DDB-07A6-4D01-945E-31A07336DA08}" dt="2026-09-25T12:00:41.750" v="3187" actId="478"/>
          <ac:spMkLst>
            <pc:docMk/>
            <pc:sldMk cId="4235114699" sldId="270"/>
            <ac:spMk id="8" creationId="{9E35A450-600C-FD54-E13A-B0AD0AE1B26D}"/>
          </ac:spMkLst>
        </pc:spChg>
        <pc:spChg chg="add mod">
          <ac:chgData name="陽 菊池" userId="001877ae5ad457f9" providerId="LiveId" clId="{70E61DDB-07A6-4D01-945E-31A07336DA08}" dt="2026-09-25T12:26:25.354" v="3469" actId="1076"/>
          <ac:spMkLst>
            <pc:docMk/>
            <pc:sldMk cId="4235114699" sldId="270"/>
            <ac:spMk id="10" creationId="{2AC8AB97-9128-6F00-36E3-7BEF7A92AF76}"/>
          </ac:spMkLst>
        </pc:spChg>
        <pc:spChg chg="add mod">
          <ac:chgData name="陽 菊池" userId="001877ae5ad457f9" providerId="LiveId" clId="{70E61DDB-07A6-4D01-945E-31A07336DA08}" dt="2026-09-25T12:20:49.862" v="3374" actId="207"/>
          <ac:spMkLst>
            <pc:docMk/>
            <pc:sldMk cId="4235114699" sldId="270"/>
            <ac:spMk id="12" creationId="{3A830F7D-A878-78CE-6B1B-8EEF93172B6F}"/>
          </ac:spMkLst>
        </pc:spChg>
        <pc:spChg chg="add mod">
          <ac:chgData name="陽 菊池" userId="001877ae5ad457f9" providerId="LiveId" clId="{70E61DDB-07A6-4D01-945E-31A07336DA08}" dt="2026-09-25T12:31:39.352" v="3676" actId="1076"/>
          <ac:spMkLst>
            <pc:docMk/>
            <pc:sldMk cId="4235114699" sldId="270"/>
            <ac:spMk id="14" creationId="{CC07EB26-4FD6-F82E-BBBA-B0A97EBECE34}"/>
          </ac:spMkLst>
        </pc:spChg>
        <pc:spChg chg="add del mod">
          <ac:chgData name="陽 菊池" userId="001877ae5ad457f9" providerId="LiveId" clId="{70E61DDB-07A6-4D01-945E-31A07336DA08}" dt="2026-09-25T12:14:59.400" v="3277" actId="478"/>
          <ac:spMkLst>
            <pc:docMk/>
            <pc:sldMk cId="4235114699" sldId="270"/>
            <ac:spMk id="16" creationId="{89F27896-3420-1FC9-2023-577E9FD0AD01}"/>
          </ac:spMkLst>
        </pc:spChg>
        <pc:spChg chg="add mod">
          <ac:chgData name="陽 菊池" userId="001877ae5ad457f9" providerId="LiveId" clId="{70E61DDB-07A6-4D01-945E-31A07336DA08}" dt="2026-09-25T12:33:41.752" v="3718" actId="20577"/>
          <ac:spMkLst>
            <pc:docMk/>
            <pc:sldMk cId="4235114699" sldId="270"/>
            <ac:spMk id="18" creationId="{442AD0C2-4FD4-3FA4-977E-BE83C85F3FF7}"/>
          </ac:spMkLst>
        </pc:spChg>
        <pc:picChg chg="add mod">
          <ac:chgData name="陽 菊池" userId="001877ae5ad457f9" providerId="LiveId" clId="{70E61DDB-07A6-4D01-945E-31A07336DA08}" dt="2026-09-25T11:55:30.229" v="3183" actId="1076"/>
          <ac:picMkLst>
            <pc:docMk/>
            <pc:sldMk cId="4235114699" sldId="270"/>
            <ac:picMk id="7" creationId="{9D262DE6-DB23-B314-CC06-A22FF360ABBF}"/>
          </ac:picMkLst>
        </pc:picChg>
      </pc:sldChg>
      <pc:sldChg chg="addSp delSp modSp new mod modNotesTx">
        <pc:chgData name="陽 菊池" userId="001877ae5ad457f9" providerId="LiveId" clId="{70E61DDB-07A6-4D01-945E-31A07336DA08}" dt="2026-09-25T12:27:09.617" v="3489" actId="20577"/>
        <pc:sldMkLst>
          <pc:docMk/>
          <pc:sldMk cId="4252126756" sldId="271"/>
        </pc:sldMkLst>
        <pc:spChg chg="mod">
          <ac:chgData name="陽 菊池" userId="001877ae5ad457f9" providerId="LiveId" clId="{70E61DDB-07A6-4D01-945E-31A07336DA08}" dt="2026-09-25T11:52:57.815" v="3170" actId="1076"/>
          <ac:spMkLst>
            <pc:docMk/>
            <pc:sldMk cId="4252126756" sldId="271"/>
            <ac:spMk id="2" creationId="{33C49DCF-F9FB-0977-64B9-36AF1C3077D8}"/>
          </ac:spMkLst>
        </pc:spChg>
        <pc:spChg chg="del mod">
          <ac:chgData name="陽 菊池" userId="001877ae5ad457f9" providerId="LiveId" clId="{70E61DDB-07A6-4D01-945E-31A07336DA08}" dt="2026-09-25T11:39:20.321" v="3038" actId="478"/>
          <ac:spMkLst>
            <pc:docMk/>
            <pc:sldMk cId="4252126756" sldId="271"/>
            <ac:spMk id="3" creationId="{BE56DE80-8EC2-918E-76F3-C34EB1D444C9}"/>
          </ac:spMkLst>
        </pc:spChg>
        <pc:spChg chg="add mod">
          <ac:chgData name="陽 菊池" userId="001877ae5ad457f9" providerId="LiveId" clId="{70E61DDB-07A6-4D01-945E-31A07336DA08}" dt="2026-09-25T12:23:51.269" v="3425" actId="1076"/>
          <ac:spMkLst>
            <pc:docMk/>
            <pc:sldMk cId="4252126756" sldId="271"/>
            <ac:spMk id="8" creationId="{2015444E-E4A6-0CDD-181C-88197D7EE165}"/>
          </ac:spMkLst>
        </pc:spChg>
        <pc:spChg chg="add mod">
          <ac:chgData name="陽 菊池" userId="001877ae5ad457f9" providerId="LiveId" clId="{70E61DDB-07A6-4D01-945E-31A07336DA08}" dt="2026-09-25T12:24:45.690" v="3449" actId="2711"/>
          <ac:spMkLst>
            <pc:docMk/>
            <pc:sldMk cId="4252126756" sldId="271"/>
            <ac:spMk id="10" creationId="{C1EC17BF-0C94-1E7C-3A9B-5626FB98A441}"/>
          </ac:spMkLst>
        </pc:spChg>
        <pc:spChg chg="add mod">
          <ac:chgData name="陽 菊池" userId="001877ae5ad457f9" providerId="LiveId" clId="{70E61DDB-07A6-4D01-945E-31A07336DA08}" dt="2026-09-25T12:23:51.269" v="3425" actId="1076"/>
          <ac:spMkLst>
            <pc:docMk/>
            <pc:sldMk cId="4252126756" sldId="271"/>
            <ac:spMk id="11" creationId="{8654C2CC-22D0-D5A7-3579-8F317347FA15}"/>
          </ac:spMkLst>
        </pc:spChg>
        <pc:spChg chg="add mod">
          <ac:chgData name="陽 菊池" userId="001877ae5ad457f9" providerId="LiveId" clId="{70E61DDB-07A6-4D01-945E-31A07336DA08}" dt="2026-09-25T12:23:51.269" v="3425" actId="1076"/>
          <ac:spMkLst>
            <pc:docMk/>
            <pc:sldMk cId="4252126756" sldId="271"/>
            <ac:spMk id="13" creationId="{8614AA42-D48A-B813-0381-5B8A22B15029}"/>
          </ac:spMkLst>
        </pc:spChg>
        <pc:spChg chg="add mod">
          <ac:chgData name="陽 菊池" userId="001877ae5ad457f9" providerId="LiveId" clId="{70E61DDB-07A6-4D01-945E-31A07336DA08}" dt="2026-09-25T12:23:51.269" v="3425" actId="1076"/>
          <ac:spMkLst>
            <pc:docMk/>
            <pc:sldMk cId="4252126756" sldId="271"/>
            <ac:spMk id="15" creationId="{E6BF49E4-4847-D3CD-7E62-6CCF6EDCA8E4}"/>
          </ac:spMkLst>
        </pc:spChg>
        <pc:spChg chg="add mod">
          <ac:chgData name="陽 菊池" userId="001877ae5ad457f9" providerId="LiveId" clId="{70E61DDB-07A6-4D01-945E-31A07336DA08}" dt="2026-09-25T12:23:51.269" v="3425" actId="1076"/>
          <ac:spMkLst>
            <pc:docMk/>
            <pc:sldMk cId="4252126756" sldId="271"/>
            <ac:spMk id="17" creationId="{8FBD543C-2136-0F31-8247-6A702BB3D9BA}"/>
          </ac:spMkLst>
        </pc:spChg>
        <pc:spChg chg="add mod">
          <ac:chgData name="陽 菊池" userId="001877ae5ad457f9" providerId="LiveId" clId="{70E61DDB-07A6-4D01-945E-31A07336DA08}" dt="2026-09-25T12:23:51.269" v="3425" actId="1076"/>
          <ac:spMkLst>
            <pc:docMk/>
            <pc:sldMk cId="4252126756" sldId="271"/>
            <ac:spMk id="19" creationId="{9BA872C4-B575-D20C-B1D7-75E5E283FF2C}"/>
          </ac:spMkLst>
        </pc:spChg>
        <pc:spChg chg="add mod">
          <ac:chgData name="陽 菊池" userId="001877ae5ad457f9" providerId="LiveId" clId="{70E61DDB-07A6-4D01-945E-31A07336DA08}" dt="2026-09-25T12:25:18.784" v="3453" actId="14100"/>
          <ac:spMkLst>
            <pc:docMk/>
            <pc:sldMk cId="4252126756" sldId="271"/>
            <ac:spMk id="21" creationId="{3B0A02F6-D761-F3AB-37E1-08762F5A4469}"/>
          </ac:spMkLst>
        </pc:spChg>
        <pc:spChg chg="add mod">
          <ac:chgData name="陽 菊池" userId="001877ae5ad457f9" providerId="LiveId" clId="{70E61DDB-07A6-4D01-945E-31A07336DA08}" dt="2026-09-25T12:27:09.617" v="3489" actId="20577"/>
          <ac:spMkLst>
            <pc:docMk/>
            <pc:sldMk cId="4252126756" sldId="271"/>
            <ac:spMk id="23" creationId="{C3982AC4-7B27-4AE5-0DAE-E3204168CBE9}"/>
          </ac:spMkLst>
        </pc:spChg>
        <pc:picChg chg="add mod">
          <ac:chgData name="陽 菊池" userId="001877ae5ad457f9" providerId="LiveId" clId="{70E61DDB-07A6-4D01-945E-31A07336DA08}" dt="2026-09-25T12:23:51.269" v="3425" actId="1076"/>
          <ac:picMkLst>
            <pc:docMk/>
            <pc:sldMk cId="4252126756" sldId="271"/>
            <ac:picMk id="7" creationId="{D3924506-07CF-0E83-D2F4-EC052D0AACF9}"/>
          </ac:picMkLst>
        </pc:picChg>
      </pc:sldChg>
      <pc:sldChg chg="addSp delSp modSp new mod modShow">
        <pc:chgData name="陽 菊池" userId="001877ae5ad457f9" providerId="LiveId" clId="{70E61DDB-07A6-4D01-945E-31A07336DA08}" dt="2026-09-25T10:57:12.340" v="2622" actId="729"/>
        <pc:sldMkLst>
          <pc:docMk/>
          <pc:sldMk cId="1119686855" sldId="272"/>
        </pc:sldMkLst>
        <pc:spChg chg="mod">
          <ac:chgData name="陽 菊池" userId="001877ae5ad457f9" providerId="LiveId" clId="{70E61DDB-07A6-4D01-945E-31A07336DA08}" dt="2026-09-25T06:04:09.139" v="1679"/>
          <ac:spMkLst>
            <pc:docMk/>
            <pc:sldMk cId="1119686855" sldId="272"/>
            <ac:spMk id="2" creationId="{5AD008DF-4780-5F08-C995-87D89AE35A55}"/>
          </ac:spMkLst>
        </pc:spChg>
        <pc:spChg chg="del">
          <ac:chgData name="陽 菊池" userId="001877ae5ad457f9" providerId="LiveId" clId="{70E61DDB-07A6-4D01-945E-31A07336DA08}" dt="2026-09-25T06:04:48.913" v="1682" actId="478"/>
          <ac:spMkLst>
            <pc:docMk/>
            <pc:sldMk cId="1119686855" sldId="272"/>
            <ac:spMk id="3" creationId="{D52840A5-E3DF-90ED-B66D-F813BCBD6B1B}"/>
          </ac:spMkLst>
        </pc:spChg>
        <pc:spChg chg="add mod">
          <ac:chgData name="陽 菊池" userId="001877ae5ad457f9" providerId="LiveId" clId="{70E61DDB-07A6-4D01-945E-31A07336DA08}" dt="2026-09-25T06:04:57.375" v="1683" actId="1076"/>
          <ac:spMkLst>
            <pc:docMk/>
            <pc:sldMk cId="1119686855" sldId="272"/>
            <ac:spMk id="9" creationId="{69F255D8-7F4D-91AE-B6FE-99C487229231}"/>
          </ac:spMkLst>
        </pc:spChg>
        <pc:spChg chg="add mod">
          <ac:chgData name="陽 菊池" userId="001877ae5ad457f9" providerId="LiveId" clId="{70E61DDB-07A6-4D01-945E-31A07336DA08}" dt="2026-09-25T06:04:57.375" v="1683" actId="1076"/>
          <ac:spMkLst>
            <pc:docMk/>
            <pc:sldMk cId="1119686855" sldId="272"/>
            <ac:spMk id="11" creationId="{3A583A94-F8BA-CB81-5428-6A3666F7654F}"/>
          </ac:spMkLst>
        </pc:spChg>
        <pc:spChg chg="add mod">
          <ac:chgData name="陽 菊池" userId="001877ae5ad457f9" providerId="LiveId" clId="{70E61DDB-07A6-4D01-945E-31A07336DA08}" dt="2026-09-25T06:04:57.375" v="1683" actId="1076"/>
          <ac:spMkLst>
            <pc:docMk/>
            <pc:sldMk cId="1119686855" sldId="272"/>
            <ac:spMk id="15" creationId="{64695C3F-9ADA-1A2D-2C45-570EF0A53B74}"/>
          </ac:spMkLst>
        </pc:spChg>
        <pc:spChg chg="add mod">
          <ac:chgData name="陽 菊池" userId="001877ae5ad457f9" providerId="LiveId" clId="{70E61DDB-07A6-4D01-945E-31A07336DA08}" dt="2026-09-25T06:04:57.375" v="1683" actId="1076"/>
          <ac:spMkLst>
            <pc:docMk/>
            <pc:sldMk cId="1119686855" sldId="272"/>
            <ac:spMk id="19" creationId="{883294B4-76FA-2266-5DB0-C1ADC06AA4C9}"/>
          </ac:spMkLst>
        </pc:spChg>
        <pc:spChg chg="add mod">
          <ac:chgData name="陽 菊池" userId="001877ae5ad457f9" providerId="LiveId" clId="{70E61DDB-07A6-4D01-945E-31A07336DA08}" dt="2026-09-25T06:04:57.375" v="1683" actId="1076"/>
          <ac:spMkLst>
            <pc:docMk/>
            <pc:sldMk cId="1119686855" sldId="272"/>
            <ac:spMk id="23" creationId="{D0536763-F15C-4208-9CF8-D7873987D531}"/>
          </ac:spMkLst>
        </pc:spChg>
        <pc:spChg chg="add mod">
          <ac:chgData name="陽 菊池" userId="001877ae5ad457f9" providerId="LiveId" clId="{70E61DDB-07A6-4D01-945E-31A07336DA08}" dt="2026-09-25T06:04:57.375" v="1683" actId="1076"/>
          <ac:spMkLst>
            <pc:docMk/>
            <pc:sldMk cId="1119686855" sldId="272"/>
            <ac:spMk id="25" creationId="{BD7FF22E-DE93-C45F-80E1-14A2CE444DC5}"/>
          </ac:spMkLst>
        </pc:spChg>
        <pc:spChg chg="add mod">
          <ac:chgData name="陽 菊池" userId="001877ae5ad457f9" providerId="LiveId" clId="{70E61DDB-07A6-4D01-945E-31A07336DA08}" dt="2026-09-25T06:04:57.375" v="1683" actId="1076"/>
          <ac:spMkLst>
            <pc:docMk/>
            <pc:sldMk cId="1119686855" sldId="272"/>
            <ac:spMk id="27" creationId="{4CCE6C96-FFE8-B71C-7F56-6D5762CA9A1C}"/>
          </ac:spMkLst>
        </pc:spChg>
        <pc:spChg chg="add mod">
          <ac:chgData name="陽 菊池" userId="001877ae5ad457f9" providerId="LiveId" clId="{70E61DDB-07A6-4D01-945E-31A07336DA08}" dt="2026-09-25T06:04:57.375" v="1683" actId="1076"/>
          <ac:spMkLst>
            <pc:docMk/>
            <pc:sldMk cId="1119686855" sldId="272"/>
            <ac:spMk id="43" creationId="{83647B16-5053-675B-EABD-1791BC631118}"/>
          </ac:spMkLst>
        </pc:spChg>
        <pc:spChg chg="add mod">
          <ac:chgData name="陽 菊池" userId="001877ae5ad457f9" providerId="LiveId" clId="{70E61DDB-07A6-4D01-945E-31A07336DA08}" dt="2026-09-25T06:04:57.375" v="1683" actId="1076"/>
          <ac:spMkLst>
            <pc:docMk/>
            <pc:sldMk cId="1119686855" sldId="272"/>
            <ac:spMk id="51" creationId="{C5C666DC-4C13-0A98-E49E-B286BA3081FD}"/>
          </ac:spMkLst>
        </pc:spChg>
        <pc:spChg chg="add mod">
          <ac:chgData name="陽 菊池" userId="001877ae5ad457f9" providerId="LiveId" clId="{70E61DDB-07A6-4D01-945E-31A07336DA08}" dt="2026-09-25T06:04:57.375" v="1683" actId="1076"/>
          <ac:spMkLst>
            <pc:docMk/>
            <pc:sldMk cId="1119686855" sldId="272"/>
            <ac:spMk id="59" creationId="{E98AD3C4-75C9-EF4E-EF14-6CBD3CC9D6C7}"/>
          </ac:spMkLst>
        </pc:spChg>
      </pc:sldChg>
      <pc:sldChg chg="addSp delSp modSp add mod modNotesTx">
        <pc:chgData name="陽 菊池" userId="001877ae5ad457f9" providerId="LiveId" clId="{70E61DDB-07A6-4D01-945E-31A07336DA08}" dt="2026-09-25T10:10:38.707" v="2063" actId="113"/>
        <pc:sldMkLst>
          <pc:docMk/>
          <pc:sldMk cId="2982545957" sldId="273"/>
        </pc:sldMkLst>
        <pc:spChg chg="mod">
          <ac:chgData name="陽 菊池" userId="001877ae5ad457f9" providerId="LiveId" clId="{70E61DDB-07A6-4D01-945E-31A07336DA08}" dt="2026-09-25T10:04:04.661" v="1976" actId="1076"/>
          <ac:spMkLst>
            <pc:docMk/>
            <pc:sldMk cId="2982545957" sldId="273"/>
            <ac:spMk id="2" creationId="{D8485154-1FA5-2210-6273-96D1D833F55D}"/>
          </ac:spMkLst>
        </pc:spChg>
        <pc:spChg chg="del">
          <ac:chgData name="陽 菊池" userId="001877ae5ad457f9" providerId="LiveId" clId="{70E61DDB-07A6-4D01-945E-31A07336DA08}" dt="2026-09-25T10:03:03.550" v="1964" actId="478"/>
          <ac:spMkLst>
            <pc:docMk/>
            <pc:sldMk cId="2982545957" sldId="273"/>
            <ac:spMk id="3" creationId="{E8891FE1-BFEC-1939-5A52-1AA2B309DAE7}"/>
          </ac:spMkLst>
        </pc:spChg>
        <pc:spChg chg="add mod">
          <ac:chgData name="陽 菊池" userId="001877ae5ad457f9" providerId="LiveId" clId="{70E61DDB-07A6-4D01-945E-31A07336DA08}" dt="2026-09-25T10:08:22.096" v="2038" actId="403"/>
          <ac:spMkLst>
            <pc:docMk/>
            <pc:sldMk cId="2982545957" sldId="273"/>
            <ac:spMk id="7" creationId="{0F6B7F95-96B2-F86D-1555-6A97F0629644}"/>
          </ac:spMkLst>
        </pc:spChg>
        <pc:spChg chg="add mod">
          <ac:chgData name="陽 菊池" userId="001877ae5ad457f9" providerId="LiveId" clId="{70E61DDB-07A6-4D01-945E-31A07336DA08}" dt="2026-09-25T10:08:01.638" v="2025" actId="255"/>
          <ac:spMkLst>
            <pc:docMk/>
            <pc:sldMk cId="2982545957" sldId="273"/>
            <ac:spMk id="9" creationId="{82B50D18-BDFE-65BF-0F42-6C764FEEC443}"/>
          </ac:spMkLst>
        </pc:spChg>
        <pc:spChg chg="add mod">
          <ac:chgData name="陽 菊池" userId="001877ae5ad457f9" providerId="LiveId" clId="{70E61DDB-07A6-4D01-945E-31A07336DA08}" dt="2026-09-25T10:08:05.607" v="2026" actId="255"/>
          <ac:spMkLst>
            <pc:docMk/>
            <pc:sldMk cId="2982545957" sldId="273"/>
            <ac:spMk id="11" creationId="{09B3E2B4-C6A9-5181-A6B3-8CF8201FCEBA}"/>
          </ac:spMkLst>
        </pc:spChg>
        <pc:spChg chg="add mod">
          <ac:chgData name="陽 菊池" userId="001877ae5ad457f9" providerId="LiveId" clId="{70E61DDB-07A6-4D01-945E-31A07336DA08}" dt="2026-09-25T10:08:18.599" v="2034" actId="27636"/>
          <ac:spMkLst>
            <pc:docMk/>
            <pc:sldMk cId="2982545957" sldId="273"/>
            <ac:spMk id="13" creationId="{A7CC54D7-B3A3-D9AF-4299-836D03A28E3C}"/>
          </ac:spMkLst>
        </pc:spChg>
        <pc:spChg chg="add mod">
          <ac:chgData name="陽 菊池" userId="001877ae5ad457f9" providerId="LiveId" clId="{70E61DDB-07A6-4D01-945E-31A07336DA08}" dt="2026-09-25T10:08:09.587" v="2027" actId="255"/>
          <ac:spMkLst>
            <pc:docMk/>
            <pc:sldMk cId="2982545957" sldId="273"/>
            <ac:spMk id="15" creationId="{661D87EE-6FE0-4308-4271-A57ED3723DC0}"/>
          </ac:spMkLst>
        </pc:spChg>
        <pc:spChg chg="add mod">
          <ac:chgData name="陽 菊池" userId="001877ae5ad457f9" providerId="LiveId" clId="{70E61DDB-07A6-4D01-945E-31A07336DA08}" dt="2026-09-25T10:08:12.253" v="2032" actId="27636"/>
          <ac:spMkLst>
            <pc:docMk/>
            <pc:sldMk cId="2982545957" sldId="273"/>
            <ac:spMk id="17" creationId="{80301028-C077-5B3E-4C0B-5CF7150292DF}"/>
          </ac:spMkLst>
        </pc:spChg>
        <pc:spChg chg="add del mod">
          <ac:chgData name="陽 菊池" userId="001877ae5ad457f9" providerId="LiveId" clId="{70E61DDB-07A6-4D01-945E-31A07336DA08}" dt="2026-09-25T10:03:05.241" v="1965" actId="478"/>
          <ac:spMkLst>
            <pc:docMk/>
            <pc:sldMk cId="2982545957" sldId="273"/>
            <ac:spMk id="19" creationId="{9A506D64-C764-AE01-8F37-6CAD55108C63}"/>
          </ac:spMkLst>
        </pc:spChg>
        <pc:spChg chg="add mod">
          <ac:chgData name="陽 菊池" userId="001877ae5ad457f9" providerId="LiveId" clId="{70E61DDB-07A6-4D01-945E-31A07336DA08}" dt="2026-09-25T10:10:08.362" v="2049" actId="404"/>
          <ac:spMkLst>
            <pc:docMk/>
            <pc:sldMk cId="2982545957" sldId="273"/>
            <ac:spMk id="21" creationId="{E831005C-262A-F49F-C5CF-94D11F9AE268}"/>
          </ac:spMkLst>
        </pc:spChg>
        <pc:spChg chg="add mod">
          <ac:chgData name="陽 菊池" userId="001877ae5ad457f9" providerId="LiveId" clId="{70E61DDB-07A6-4D01-945E-31A07336DA08}" dt="2026-09-25T10:10:38.707" v="2063" actId="113"/>
          <ac:spMkLst>
            <pc:docMk/>
            <pc:sldMk cId="2982545957" sldId="273"/>
            <ac:spMk id="23" creationId="{72072BF6-EBE7-9E5B-795A-39F0EAF55D77}"/>
          </ac:spMkLst>
        </pc:spChg>
      </pc:sldChg>
      <pc:sldChg chg="addSp delSp modSp add mod modNotesTx">
        <pc:chgData name="陽 菊池" userId="001877ae5ad457f9" providerId="LiveId" clId="{70E61DDB-07A6-4D01-945E-31A07336DA08}" dt="2026-09-25T10:56:38.627" v="2618" actId="1076"/>
        <pc:sldMkLst>
          <pc:docMk/>
          <pc:sldMk cId="3969964849" sldId="274"/>
        </pc:sldMkLst>
        <pc:spChg chg="del mod">
          <ac:chgData name="陽 菊池" userId="001877ae5ad457f9" providerId="LiveId" clId="{70E61DDB-07A6-4D01-945E-31A07336DA08}" dt="2026-09-25T10:13:43.430" v="2070" actId="478"/>
          <ac:spMkLst>
            <pc:docMk/>
            <pc:sldMk cId="3969964849" sldId="274"/>
            <ac:spMk id="2" creationId="{ADC058CE-C08D-BDCF-43DA-D7C02A70E46B}"/>
          </ac:spMkLst>
        </pc:spChg>
        <pc:spChg chg="mod">
          <ac:chgData name="陽 菊池" userId="001877ae5ad457f9" providerId="LiveId" clId="{70E61DDB-07A6-4D01-945E-31A07336DA08}" dt="2026-09-25T10:17:01.911" v="2081" actId="27636"/>
          <ac:spMkLst>
            <pc:docMk/>
            <pc:sldMk cId="3969964849" sldId="274"/>
            <ac:spMk id="3" creationId="{77689882-7B7C-544C-018B-1733E3435DD3}"/>
          </ac:spMkLst>
        </pc:spChg>
        <pc:spChg chg="add mod">
          <ac:chgData name="陽 菊池" userId="001877ae5ad457f9" providerId="LiveId" clId="{70E61DDB-07A6-4D01-945E-31A07336DA08}" dt="2026-09-25T10:56:38.627" v="2618" actId="1076"/>
          <ac:spMkLst>
            <pc:docMk/>
            <pc:sldMk cId="3969964849" sldId="274"/>
            <ac:spMk id="6" creationId="{99E79C5F-F962-FFDA-A6CF-32F2D046C646}"/>
          </ac:spMkLst>
        </pc:spChg>
        <pc:spChg chg="add del mod">
          <ac:chgData name="陽 菊池" userId="001877ae5ad457f9" providerId="LiveId" clId="{70E61DDB-07A6-4D01-945E-31A07336DA08}" dt="2026-09-25T10:13:46.286" v="2071" actId="478"/>
          <ac:spMkLst>
            <pc:docMk/>
            <pc:sldMk cId="3969964849" sldId="274"/>
            <ac:spMk id="8" creationId="{8CBA0754-622F-16FB-E6F6-799504F5FD08}"/>
          </ac:spMkLst>
        </pc:spChg>
        <pc:spChg chg="add mod">
          <ac:chgData name="陽 菊池" userId="001877ae5ad457f9" providerId="LiveId" clId="{70E61DDB-07A6-4D01-945E-31A07336DA08}" dt="2026-09-25T10:25:39.861" v="2227" actId="1076"/>
          <ac:spMkLst>
            <pc:docMk/>
            <pc:sldMk cId="3969964849" sldId="274"/>
            <ac:spMk id="10" creationId="{C7DBA8C0-CE2B-1A56-B9A8-EAB18CC25B56}"/>
          </ac:spMkLst>
        </pc:spChg>
        <pc:spChg chg="add mod">
          <ac:chgData name="陽 菊池" userId="001877ae5ad457f9" providerId="LiveId" clId="{70E61DDB-07A6-4D01-945E-31A07336DA08}" dt="2026-09-25T10:31:43.822" v="2270" actId="207"/>
          <ac:spMkLst>
            <pc:docMk/>
            <pc:sldMk cId="3969964849" sldId="274"/>
            <ac:spMk id="12" creationId="{139E2463-F1B8-A9B2-DCEB-15FEA9709478}"/>
          </ac:spMkLst>
        </pc:spChg>
        <pc:spChg chg="add mod">
          <ac:chgData name="陽 菊池" userId="001877ae5ad457f9" providerId="LiveId" clId="{70E61DDB-07A6-4D01-945E-31A07336DA08}" dt="2026-09-25T10:32:33.863" v="2272" actId="14100"/>
          <ac:spMkLst>
            <pc:docMk/>
            <pc:sldMk cId="3969964849" sldId="274"/>
            <ac:spMk id="14" creationId="{C400FB54-EAEF-146C-3631-9192C3C24414}"/>
          </ac:spMkLst>
        </pc:spChg>
        <pc:spChg chg="add mod">
          <ac:chgData name="陽 菊池" userId="001877ae5ad457f9" providerId="LiveId" clId="{70E61DDB-07A6-4D01-945E-31A07336DA08}" dt="2026-09-25T10:51:46.409" v="2600" actId="207"/>
          <ac:spMkLst>
            <pc:docMk/>
            <pc:sldMk cId="3969964849" sldId="274"/>
            <ac:spMk id="16" creationId="{A5444132-1B3D-FC83-877B-C3814EF7FDC8}"/>
          </ac:spMkLst>
        </pc:spChg>
        <pc:spChg chg="add mod">
          <ac:chgData name="陽 菊池" userId="001877ae5ad457f9" providerId="LiveId" clId="{70E61DDB-07A6-4D01-945E-31A07336DA08}" dt="2026-09-25T10:51:48.584" v="2601" actId="207"/>
          <ac:spMkLst>
            <pc:docMk/>
            <pc:sldMk cId="3969964849" sldId="274"/>
            <ac:spMk id="18" creationId="{2CAE42C4-0974-1F8A-7238-D4D80688ADF1}"/>
          </ac:spMkLst>
        </pc:spChg>
        <pc:spChg chg="add del mod">
          <ac:chgData name="陽 菊池" userId="001877ae5ad457f9" providerId="LiveId" clId="{70E61DDB-07A6-4D01-945E-31A07336DA08}" dt="2026-09-25T10:26:02.248" v="2228" actId="478"/>
          <ac:spMkLst>
            <pc:docMk/>
            <pc:sldMk cId="3969964849" sldId="274"/>
            <ac:spMk id="20" creationId="{1CD94E4C-A7C6-510C-DA98-AFBA25DD09FD}"/>
          </ac:spMkLst>
        </pc:spChg>
        <pc:spChg chg="add mod">
          <ac:chgData name="陽 菊池" userId="001877ae5ad457f9" providerId="LiveId" clId="{70E61DDB-07A6-4D01-945E-31A07336DA08}" dt="2026-09-25T10:52:43.433" v="2605" actId="207"/>
          <ac:spMkLst>
            <pc:docMk/>
            <pc:sldMk cId="3969964849" sldId="274"/>
            <ac:spMk id="22" creationId="{A4ED5B73-5D12-5E42-F4CC-66E58334A489}"/>
          </ac:spMkLst>
        </pc:spChg>
        <pc:spChg chg="add mod">
          <ac:chgData name="陽 菊池" userId="001877ae5ad457f9" providerId="LiveId" clId="{70E61DDB-07A6-4D01-945E-31A07336DA08}" dt="2026-09-25T10:28:51.356" v="2248" actId="1076"/>
          <ac:spMkLst>
            <pc:docMk/>
            <pc:sldMk cId="3969964849" sldId="274"/>
            <ac:spMk id="24" creationId="{6955CCAF-0281-5B91-7015-0972FF82FAD5}"/>
          </ac:spMkLst>
        </pc:spChg>
        <pc:spChg chg="add del mod">
          <ac:chgData name="陽 菊池" userId="001877ae5ad457f9" providerId="LiveId" clId="{70E61DDB-07A6-4D01-945E-31A07336DA08}" dt="2026-09-25T10:40:13.990" v="2445" actId="478"/>
          <ac:spMkLst>
            <pc:docMk/>
            <pc:sldMk cId="3969964849" sldId="274"/>
            <ac:spMk id="26" creationId="{6CEAB199-65F1-14A3-52ED-DA36F220C82D}"/>
          </ac:spMkLst>
        </pc:spChg>
        <pc:spChg chg="add mod">
          <ac:chgData name="陽 菊池" userId="001877ae5ad457f9" providerId="LiveId" clId="{70E61DDB-07A6-4D01-945E-31A07336DA08}" dt="2026-09-25T10:53:24.818" v="2609" actId="207"/>
          <ac:spMkLst>
            <pc:docMk/>
            <pc:sldMk cId="3969964849" sldId="274"/>
            <ac:spMk id="28" creationId="{19F2486A-8BEF-8CE4-DFCE-95F2463434C2}"/>
          </ac:spMkLst>
        </pc:spChg>
        <pc:spChg chg="add mod">
          <ac:chgData name="陽 菊池" userId="001877ae5ad457f9" providerId="LiveId" clId="{70E61DDB-07A6-4D01-945E-31A07336DA08}" dt="2026-09-25T10:33:37.842" v="2288" actId="1076"/>
          <ac:spMkLst>
            <pc:docMk/>
            <pc:sldMk cId="3969964849" sldId="274"/>
            <ac:spMk id="29" creationId="{DF605C0A-BB1D-A64F-1CAC-57D060F376A6}"/>
          </ac:spMkLst>
        </pc:spChg>
        <pc:spChg chg="add mod">
          <ac:chgData name="陽 菊池" userId="001877ae5ad457f9" providerId="LiveId" clId="{70E61DDB-07A6-4D01-945E-31A07336DA08}" dt="2026-09-25T10:35:22.975" v="2319" actId="14100"/>
          <ac:spMkLst>
            <pc:docMk/>
            <pc:sldMk cId="3969964849" sldId="274"/>
            <ac:spMk id="30" creationId="{6A12CC93-DC28-1E78-451F-9BA2F75C5C39}"/>
          </ac:spMkLst>
        </pc:spChg>
        <pc:spChg chg="add mod">
          <ac:chgData name="陽 菊池" userId="001877ae5ad457f9" providerId="LiveId" clId="{70E61DDB-07A6-4D01-945E-31A07336DA08}" dt="2026-09-25T10:24:36.116" v="2215" actId="2711"/>
          <ac:spMkLst>
            <pc:docMk/>
            <pc:sldMk cId="3969964849" sldId="274"/>
            <ac:spMk id="31" creationId="{C9F8A8C1-C148-6A0E-B189-95D23EBF391E}"/>
          </ac:spMkLst>
        </pc:spChg>
        <pc:spChg chg="add mod ord">
          <ac:chgData name="陽 菊池" userId="001877ae5ad457f9" providerId="LiveId" clId="{70E61DDB-07A6-4D01-945E-31A07336DA08}" dt="2026-09-25T10:25:29.142" v="2225" actId="14100"/>
          <ac:spMkLst>
            <pc:docMk/>
            <pc:sldMk cId="3969964849" sldId="274"/>
            <ac:spMk id="33" creationId="{AA0DAEBF-0FAF-1DD5-6722-746A82FCA11B}"/>
          </ac:spMkLst>
        </pc:spChg>
        <pc:spChg chg="add mod ord">
          <ac:chgData name="陽 菊池" userId="001877ae5ad457f9" providerId="LiveId" clId="{70E61DDB-07A6-4D01-945E-31A07336DA08}" dt="2026-09-25T10:28:53.696" v="2249" actId="14100"/>
          <ac:spMkLst>
            <pc:docMk/>
            <pc:sldMk cId="3969964849" sldId="274"/>
            <ac:spMk id="35" creationId="{3F3B67CA-2CB3-030D-35BB-2AEA9A957D77}"/>
          </ac:spMkLst>
        </pc:spChg>
        <pc:spChg chg="add del mod">
          <ac:chgData name="陽 菊池" userId="001877ae5ad457f9" providerId="LiveId" clId="{70E61DDB-07A6-4D01-945E-31A07336DA08}" dt="2026-09-25T10:27:53.233" v="2242" actId="478"/>
          <ac:spMkLst>
            <pc:docMk/>
            <pc:sldMk cId="3969964849" sldId="274"/>
            <ac:spMk id="36" creationId="{A712ECE7-2026-ED10-059D-465ED46A811D}"/>
          </ac:spMkLst>
        </pc:spChg>
        <pc:spChg chg="add del">
          <ac:chgData name="陽 菊池" userId="001877ae5ad457f9" providerId="LiveId" clId="{70E61DDB-07A6-4D01-945E-31A07336DA08}" dt="2026-09-25T10:28:31.289" v="2244" actId="478"/>
          <ac:spMkLst>
            <pc:docMk/>
            <pc:sldMk cId="3969964849" sldId="274"/>
            <ac:spMk id="37" creationId="{7F40C72E-270A-04DB-D836-217E2FF25EAF}"/>
          </ac:spMkLst>
        </pc:spChg>
        <pc:spChg chg="add del">
          <ac:chgData name="陽 菊池" userId="001877ae5ad457f9" providerId="LiveId" clId="{70E61DDB-07A6-4D01-945E-31A07336DA08}" dt="2026-09-25T10:29:30.024" v="2251" actId="478"/>
          <ac:spMkLst>
            <pc:docMk/>
            <pc:sldMk cId="3969964849" sldId="274"/>
            <ac:spMk id="38" creationId="{81995796-4D99-2BB8-A32E-8735D8E5E82E}"/>
          </ac:spMkLst>
        </pc:spChg>
        <pc:spChg chg="add mod">
          <ac:chgData name="陽 菊池" userId="001877ae5ad457f9" providerId="LiveId" clId="{70E61DDB-07A6-4D01-945E-31A07336DA08}" dt="2026-09-25T10:30:09.731" v="2258" actId="1076"/>
          <ac:spMkLst>
            <pc:docMk/>
            <pc:sldMk cId="3969964849" sldId="274"/>
            <ac:spMk id="39" creationId="{6D322A04-FBBD-7EBE-31CF-B6DDCF1101FD}"/>
          </ac:spMkLst>
        </pc:spChg>
        <pc:spChg chg="add mod">
          <ac:chgData name="陽 菊池" userId="001877ae5ad457f9" providerId="LiveId" clId="{70E61DDB-07A6-4D01-945E-31A07336DA08}" dt="2026-09-25T10:30:28.505" v="2269" actId="1076"/>
          <ac:spMkLst>
            <pc:docMk/>
            <pc:sldMk cId="3969964849" sldId="274"/>
            <ac:spMk id="41" creationId="{31D45052-57DC-290E-C60B-EEB70608AC3B}"/>
          </ac:spMkLst>
        </pc:spChg>
        <pc:spChg chg="add mod">
          <ac:chgData name="陽 菊池" userId="001877ae5ad457f9" providerId="LiveId" clId="{70E61DDB-07A6-4D01-945E-31A07336DA08}" dt="2026-09-25T10:33:06.808" v="2282" actId="14100"/>
          <ac:spMkLst>
            <pc:docMk/>
            <pc:sldMk cId="3969964849" sldId="274"/>
            <ac:spMk id="43" creationId="{05F5D7BF-6CDA-5404-5138-E043FDB0334D}"/>
          </ac:spMkLst>
        </pc:spChg>
        <pc:spChg chg="add mod">
          <ac:chgData name="陽 菊池" userId="001877ae5ad457f9" providerId="LiveId" clId="{70E61DDB-07A6-4D01-945E-31A07336DA08}" dt="2026-09-25T10:33:52.974" v="2300" actId="1076"/>
          <ac:spMkLst>
            <pc:docMk/>
            <pc:sldMk cId="3969964849" sldId="274"/>
            <ac:spMk id="45" creationId="{33041682-3808-5458-5F82-9E7638D102B9}"/>
          </ac:spMkLst>
        </pc:spChg>
        <pc:spChg chg="add mod">
          <ac:chgData name="陽 菊池" userId="001877ae5ad457f9" providerId="LiveId" clId="{70E61DDB-07A6-4D01-945E-31A07336DA08}" dt="2026-09-25T10:51:16.930" v="2595" actId="207"/>
          <ac:spMkLst>
            <pc:docMk/>
            <pc:sldMk cId="3969964849" sldId="274"/>
            <ac:spMk id="47" creationId="{E35939A2-21D4-3A3F-9585-57CBBA8F7295}"/>
          </ac:spMkLst>
        </pc:spChg>
        <pc:spChg chg="add mod">
          <ac:chgData name="陽 菊池" userId="001877ae5ad457f9" providerId="LiveId" clId="{70E61DDB-07A6-4D01-945E-31A07336DA08}" dt="2026-09-25T10:51:22.564" v="2597" actId="207"/>
          <ac:spMkLst>
            <pc:docMk/>
            <pc:sldMk cId="3969964849" sldId="274"/>
            <ac:spMk id="49" creationId="{B6966144-38CE-36DF-EC92-D5443109A772}"/>
          </ac:spMkLst>
        </pc:spChg>
        <pc:spChg chg="add mod">
          <ac:chgData name="陽 菊池" userId="001877ae5ad457f9" providerId="LiveId" clId="{70E61DDB-07A6-4D01-945E-31A07336DA08}" dt="2026-09-25T10:51:37.847" v="2599" actId="207"/>
          <ac:spMkLst>
            <pc:docMk/>
            <pc:sldMk cId="3969964849" sldId="274"/>
            <ac:spMk id="51" creationId="{368A7328-6A2B-36F4-8E43-3DD2DD0C34CF}"/>
          </ac:spMkLst>
        </pc:spChg>
      </pc:sldChg>
      <pc:sldChg chg="addSp delSp modSp add mod ord modNotesTx">
        <pc:chgData name="陽 菊池" userId="001877ae5ad457f9" providerId="LiveId" clId="{70E61DDB-07A6-4D01-945E-31A07336DA08}" dt="2026-09-25T12:06:02.350" v="3264" actId="1076"/>
        <pc:sldMkLst>
          <pc:docMk/>
          <pc:sldMk cId="742711186" sldId="275"/>
        </pc:sldMkLst>
        <pc:spChg chg="del">
          <ac:chgData name="陽 菊池" userId="001877ae5ad457f9" providerId="LiveId" clId="{70E61DDB-07A6-4D01-945E-31A07336DA08}" dt="2026-09-25T10:58:01.589" v="2624" actId="478"/>
          <ac:spMkLst>
            <pc:docMk/>
            <pc:sldMk cId="742711186" sldId="275"/>
            <ac:spMk id="2" creationId="{AF2A8243-D990-6358-522A-A26789C16D42}"/>
          </ac:spMkLst>
        </pc:spChg>
        <pc:spChg chg="add mod">
          <ac:chgData name="陽 菊池" userId="001877ae5ad457f9" providerId="LiveId" clId="{70E61DDB-07A6-4D01-945E-31A07336DA08}" dt="2026-09-25T10:58:13.324" v="2628" actId="404"/>
          <ac:spMkLst>
            <pc:docMk/>
            <pc:sldMk cId="742711186" sldId="275"/>
            <ac:spMk id="6" creationId="{D70CFFE1-8D1D-E9BE-4E89-F312BEC712B6}"/>
          </ac:spMkLst>
        </pc:spChg>
        <pc:spChg chg="del">
          <ac:chgData name="陽 菊池" userId="001877ae5ad457f9" providerId="LiveId" clId="{70E61DDB-07A6-4D01-945E-31A07336DA08}" dt="2026-09-25T10:58:20.767" v="2629" actId="478"/>
          <ac:spMkLst>
            <pc:docMk/>
            <pc:sldMk cId="742711186" sldId="275"/>
            <ac:spMk id="9" creationId="{8190F03F-AFA6-DEF7-FAD6-41E17FCE2018}"/>
          </ac:spMkLst>
        </pc:spChg>
        <pc:spChg chg="add del mod">
          <ac:chgData name="陽 菊池" userId="001877ae5ad457f9" providerId="LiveId" clId="{70E61DDB-07A6-4D01-945E-31A07336DA08}" dt="2026-09-25T10:58:04.029" v="2625" actId="478"/>
          <ac:spMkLst>
            <pc:docMk/>
            <pc:sldMk cId="742711186" sldId="275"/>
            <ac:spMk id="10" creationId="{DB6B0246-74E7-AF87-FDCB-D8295522A1F8}"/>
          </ac:spMkLst>
        </pc:spChg>
        <pc:spChg chg="add mod">
          <ac:chgData name="陽 菊池" userId="001877ae5ad457f9" providerId="LiveId" clId="{70E61DDB-07A6-4D01-945E-31A07336DA08}" dt="2026-09-25T12:06:02.350" v="3264" actId="1076"/>
          <ac:spMkLst>
            <pc:docMk/>
            <pc:sldMk cId="742711186" sldId="275"/>
            <ac:spMk id="14" creationId="{2D6EC4C0-EBF8-5041-D12F-9DCFEEAAB9DC}"/>
          </ac:spMkLst>
        </pc:spChg>
        <pc:spChg chg="add del">
          <ac:chgData name="陽 菊池" userId="001877ae5ad457f9" providerId="LiveId" clId="{70E61DDB-07A6-4D01-945E-31A07336DA08}" dt="2026-09-25T10:59:02.088" v="2643" actId="478"/>
          <ac:spMkLst>
            <pc:docMk/>
            <pc:sldMk cId="742711186" sldId="275"/>
            <ac:spMk id="18" creationId="{23FD4A1C-AD16-62EE-390D-9A0813C77D72}"/>
          </ac:spMkLst>
        </pc:spChg>
        <pc:spChg chg="del">
          <ac:chgData name="陽 菊池" userId="001877ae5ad457f9" providerId="LiveId" clId="{70E61DDB-07A6-4D01-945E-31A07336DA08}" dt="2026-09-25T10:58:20.767" v="2629" actId="478"/>
          <ac:spMkLst>
            <pc:docMk/>
            <pc:sldMk cId="742711186" sldId="275"/>
            <ac:spMk id="19" creationId="{D2764D15-4336-05AE-E825-0C0242E153AB}"/>
          </ac:spMkLst>
        </pc:spChg>
        <pc:spChg chg="del">
          <ac:chgData name="陽 菊池" userId="001877ae5ad457f9" providerId="LiveId" clId="{70E61DDB-07A6-4D01-945E-31A07336DA08}" dt="2026-09-25T10:58:20.767" v="2629" actId="478"/>
          <ac:spMkLst>
            <pc:docMk/>
            <pc:sldMk cId="742711186" sldId="275"/>
            <ac:spMk id="21" creationId="{9D7A6F84-9071-E845-BCFE-5ABC7F891BB0}"/>
          </ac:spMkLst>
        </pc:spChg>
        <pc:spChg chg="add mod">
          <ac:chgData name="陽 菊池" userId="001877ae5ad457f9" providerId="LiveId" clId="{70E61DDB-07A6-4D01-945E-31A07336DA08}" dt="2026-09-25T12:06:02.350" v="3264" actId="1076"/>
          <ac:spMkLst>
            <pc:docMk/>
            <pc:sldMk cId="742711186" sldId="275"/>
            <ac:spMk id="22" creationId="{F1D1D633-9F26-35BB-3655-4E8C5BB09694}"/>
          </ac:spMkLst>
        </pc:spChg>
        <pc:spChg chg="del">
          <ac:chgData name="陽 菊池" userId="001877ae5ad457f9" providerId="LiveId" clId="{70E61DDB-07A6-4D01-945E-31A07336DA08}" dt="2026-09-25T10:58:20.767" v="2629" actId="478"/>
          <ac:spMkLst>
            <pc:docMk/>
            <pc:sldMk cId="742711186" sldId="275"/>
            <ac:spMk id="25" creationId="{DB4713AA-CEF2-769C-9CAB-8F828D73E59C}"/>
          </ac:spMkLst>
        </pc:spChg>
        <pc:spChg chg="add del">
          <ac:chgData name="陽 菊池" userId="001877ae5ad457f9" providerId="LiveId" clId="{70E61DDB-07A6-4D01-945E-31A07336DA08}" dt="2026-09-25T10:59:15.437" v="2657" actId="478"/>
          <ac:spMkLst>
            <pc:docMk/>
            <pc:sldMk cId="742711186" sldId="275"/>
            <ac:spMk id="26" creationId="{138E7F63-7375-D450-F79E-BDC16F6CA671}"/>
          </ac:spMkLst>
        </pc:spChg>
        <pc:spChg chg="del">
          <ac:chgData name="陽 菊池" userId="001877ae5ad457f9" providerId="LiveId" clId="{70E61DDB-07A6-4D01-945E-31A07336DA08}" dt="2026-09-25T10:58:20.767" v="2629" actId="478"/>
          <ac:spMkLst>
            <pc:docMk/>
            <pc:sldMk cId="742711186" sldId="275"/>
            <ac:spMk id="27" creationId="{B2684BF6-242A-A295-FA60-232E5CA6E8F4}"/>
          </ac:spMkLst>
        </pc:spChg>
        <pc:spChg chg="add mod">
          <ac:chgData name="陽 菊池" userId="001877ae5ad457f9" providerId="LiveId" clId="{70E61DDB-07A6-4D01-945E-31A07336DA08}" dt="2026-09-25T12:06:02.350" v="3264" actId="1076"/>
          <ac:spMkLst>
            <pc:docMk/>
            <pc:sldMk cId="742711186" sldId="275"/>
            <ac:spMk id="30" creationId="{601F9C2B-9202-A739-0656-1D41A146F3FA}"/>
          </ac:spMkLst>
        </pc:spChg>
        <pc:spChg chg="del">
          <ac:chgData name="陽 菊池" userId="001877ae5ad457f9" providerId="LiveId" clId="{70E61DDB-07A6-4D01-945E-31A07336DA08}" dt="2026-09-25T10:58:20.767" v="2629" actId="478"/>
          <ac:spMkLst>
            <pc:docMk/>
            <pc:sldMk cId="742711186" sldId="275"/>
            <ac:spMk id="31" creationId="{3C8836DA-7642-05D2-D0D4-365DAC72DDC1}"/>
          </ac:spMkLst>
        </pc:spChg>
        <pc:spChg chg="add del">
          <ac:chgData name="陽 菊池" userId="001877ae5ad457f9" providerId="LiveId" clId="{70E61DDB-07A6-4D01-945E-31A07336DA08}" dt="2026-09-25T10:59:03.143" v="2644" actId="478"/>
          <ac:spMkLst>
            <pc:docMk/>
            <pc:sldMk cId="742711186" sldId="275"/>
            <ac:spMk id="34" creationId="{CB02D4F4-5FD6-337A-947C-F2F1F04F393E}"/>
          </ac:spMkLst>
        </pc:spChg>
        <pc:spChg chg="del">
          <ac:chgData name="陽 菊池" userId="001877ae5ad457f9" providerId="LiveId" clId="{70E61DDB-07A6-4D01-945E-31A07336DA08}" dt="2026-09-25T10:58:20.767" v="2629" actId="478"/>
          <ac:spMkLst>
            <pc:docMk/>
            <pc:sldMk cId="742711186" sldId="275"/>
            <ac:spMk id="37" creationId="{94B54E93-E3C4-F8F3-7ACF-1DF1BB40B63C}"/>
          </ac:spMkLst>
        </pc:spChg>
        <pc:spChg chg="add mod">
          <ac:chgData name="陽 菊池" userId="001877ae5ad457f9" providerId="LiveId" clId="{70E61DDB-07A6-4D01-945E-31A07336DA08}" dt="2026-09-25T12:06:02.350" v="3264" actId="1076"/>
          <ac:spMkLst>
            <pc:docMk/>
            <pc:sldMk cId="742711186" sldId="275"/>
            <ac:spMk id="38" creationId="{103FF012-C978-17CA-F377-2DD4E0BC13BA}"/>
          </ac:spMkLst>
        </pc:spChg>
        <pc:spChg chg="add mod">
          <ac:chgData name="陽 菊池" userId="001877ae5ad457f9" providerId="LiveId" clId="{70E61DDB-07A6-4D01-945E-31A07336DA08}" dt="2026-09-25T12:06:02.350" v="3264" actId="1076"/>
          <ac:spMkLst>
            <pc:docMk/>
            <pc:sldMk cId="742711186" sldId="275"/>
            <ac:spMk id="40" creationId="{B666EE06-1C4A-14E5-CC03-A896BFECB73A}"/>
          </ac:spMkLst>
        </pc:spChg>
        <pc:spChg chg="del">
          <ac:chgData name="陽 菊池" userId="001877ae5ad457f9" providerId="LiveId" clId="{70E61DDB-07A6-4D01-945E-31A07336DA08}" dt="2026-09-25T10:58:20.767" v="2629" actId="478"/>
          <ac:spMkLst>
            <pc:docMk/>
            <pc:sldMk cId="742711186" sldId="275"/>
            <ac:spMk id="43" creationId="{5D82ACAE-4EF0-39BB-3086-744613D28DAB}"/>
          </ac:spMkLst>
        </pc:spChg>
        <pc:spChg chg="add mod">
          <ac:chgData name="陽 菊池" userId="001877ae5ad457f9" providerId="LiveId" clId="{70E61DDB-07A6-4D01-945E-31A07336DA08}" dt="2026-09-25T12:06:02.350" v="3264" actId="1076"/>
          <ac:spMkLst>
            <pc:docMk/>
            <pc:sldMk cId="742711186" sldId="275"/>
            <ac:spMk id="44" creationId="{146E5CDB-3BA4-9D60-3B03-D798AFC26F9D}"/>
          </ac:spMkLst>
        </pc:spChg>
        <pc:spChg chg="del">
          <ac:chgData name="陽 菊池" userId="001877ae5ad457f9" providerId="LiveId" clId="{70E61DDB-07A6-4D01-945E-31A07336DA08}" dt="2026-09-25T10:58:20.767" v="2629" actId="478"/>
          <ac:spMkLst>
            <pc:docMk/>
            <pc:sldMk cId="742711186" sldId="275"/>
            <ac:spMk id="47" creationId="{6364846F-9394-9042-3F5C-D3F9E64A4A09}"/>
          </ac:spMkLst>
        </pc:spChg>
        <pc:spChg chg="add mod">
          <ac:chgData name="陽 菊池" userId="001877ae5ad457f9" providerId="LiveId" clId="{70E61DDB-07A6-4D01-945E-31A07336DA08}" dt="2026-09-25T12:06:02.350" v="3264" actId="1076"/>
          <ac:spMkLst>
            <pc:docMk/>
            <pc:sldMk cId="742711186" sldId="275"/>
            <ac:spMk id="48" creationId="{D7BFC2D0-8B45-CE1A-2CF4-DEDEB28139A5}"/>
          </ac:spMkLst>
        </pc:spChg>
        <pc:spChg chg="add del mod">
          <ac:chgData name="陽 菊池" userId="001877ae5ad457f9" providerId="LiveId" clId="{70E61DDB-07A6-4D01-945E-31A07336DA08}" dt="2026-09-25T11:20:06.001" v="2808" actId="478"/>
          <ac:spMkLst>
            <pc:docMk/>
            <pc:sldMk cId="742711186" sldId="275"/>
            <ac:spMk id="52" creationId="{E4E24CB3-74A6-CF65-4BBE-71C0721AA6D7}"/>
          </ac:spMkLst>
        </pc:spChg>
        <pc:spChg chg="add del mod">
          <ac:chgData name="陽 菊池" userId="001877ae5ad457f9" providerId="LiveId" clId="{70E61DDB-07A6-4D01-945E-31A07336DA08}" dt="2026-09-25T11:20:06.001" v="2808" actId="478"/>
          <ac:spMkLst>
            <pc:docMk/>
            <pc:sldMk cId="742711186" sldId="275"/>
            <ac:spMk id="56" creationId="{5CD85B5E-D40D-ECDF-C065-E65914510D90}"/>
          </ac:spMkLst>
        </pc:spChg>
        <pc:spChg chg="add mod">
          <ac:chgData name="陽 菊池" userId="001877ae5ad457f9" providerId="LiveId" clId="{70E61DDB-07A6-4D01-945E-31A07336DA08}" dt="2026-09-25T12:05:43.250" v="3263" actId="113"/>
          <ac:spMkLst>
            <pc:docMk/>
            <pc:sldMk cId="742711186" sldId="275"/>
            <ac:spMk id="58" creationId="{B5BBC0A4-F0BA-BCFB-620C-2041ED168EB0}"/>
          </ac:spMkLst>
        </pc:spChg>
        <pc:spChg chg="add del mod">
          <ac:chgData name="陽 菊池" userId="001877ae5ad457f9" providerId="LiveId" clId="{70E61DDB-07A6-4D01-945E-31A07336DA08}" dt="2026-09-25T11:18:47.295" v="2806" actId="478"/>
          <ac:spMkLst>
            <pc:docMk/>
            <pc:sldMk cId="742711186" sldId="275"/>
            <ac:spMk id="62" creationId="{914090AF-0022-A22A-F7CF-DE0403A6A885}"/>
          </ac:spMkLst>
        </pc:spChg>
        <pc:spChg chg="del">
          <ac:chgData name="陽 菊池" userId="001877ae5ad457f9" providerId="LiveId" clId="{70E61DDB-07A6-4D01-945E-31A07336DA08}" dt="2026-09-25T10:58:20.767" v="2629" actId="478"/>
          <ac:spMkLst>
            <pc:docMk/>
            <pc:sldMk cId="742711186" sldId="275"/>
            <ac:spMk id="65" creationId="{517EA90E-088D-2EBD-703B-5426FDB5FD6F}"/>
          </ac:spMkLst>
        </pc:spChg>
        <pc:spChg chg="add mod">
          <ac:chgData name="陽 菊池" userId="001877ae5ad457f9" providerId="LiveId" clId="{70E61DDB-07A6-4D01-945E-31A07336DA08}" dt="2026-09-25T12:05:05.546" v="3250" actId="113"/>
          <ac:spMkLst>
            <pc:docMk/>
            <pc:sldMk cId="742711186" sldId="275"/>
            <ac:spMk id="66" creationId="{A361C4BD-0034-3937-C3AB-6CBC53F3756B}"/>
          </ac:spMkLst>
        </pc:spChg>
        <pc:spChg chg="add mod">
          <ac:chgData name="陽 菊池" userId="001877ae5ad457f9" providerId="LiveId" clId="{70E61DDB-07A6-4D01-945E-31A07336DA08}" dt="2026-09-25T12:05:10.682" v="3252" actId="113"/>
          <ac:spMkLst>
            <pc:docMk/>
            <pc:sldMk cId="742711186" sldId="275"/>
            <ac:spMk id="69" creationId="{822EF10D-DAB8-A7A3-6DA2-4B834437FAEE}"/>
          </ac:spMkLst>
        </pc:spChg>
        <pc:spChg chg="add del mod">
          <ac:chgData name="陽 菊池" userId="001877ae5ad457f9" providerId="LiveId" clId="{70E61DDB-07A6-4D01-945E-31A07336DA08}" dt="2026-09-25T11:28:45.295" v="2944"/>
          <ac:spMkLst>
            <pc:docMk/>
            <pc:sldMk cId="742711186" sldId="275"/>
            <ac:spMk id="71" creationId="{479BDE24-76DC-B463-8791-0ECBE0035977}"/>
          </ac:spMkLst>
        </pc:spChg>
        <pc:spChg chg="add mod">
          <ac:chgData name="陽 菊池" userId="001877ae5ad457f9" providerId="LiveId" clId="{70E61DDB-07A6-4D01-945E-31A07336DA08}" dt="2026-09-25T12:05:16.814" v="3254" actId="113"/>
          <ac:spMkLst>
            <pc:docMk/>
            <pc:sldMk cId="742711186" sldId="275"/>
            <ac:spMk id="73" creationId="{15F5A3EF-69AA-5B04-FE3F-66B2E0DBA6F7}"/>
          </ac:spMkLst>
        </pc:spChg>
        <pc:spChg chg="add mod">
          <ac:chgData name="陽 菊池" userId="001877ae5ad457f9" providerId="LiveId" clId="{70E61DDB-07A6-4D01-945E-31A07336DA08}" dt="2026-09-25T11:32:46.223" v="3017" actId="1076"/>
          <ac:spMkLst>
            <pc:docMk/>
            <pc:sldMk cId="742711186" sldId="275"/>
            <ac:spMk id="75" creationId="{28372292-8CEE-4E8C-F000-975776A4A43A}"/>
          </ac:spMkLst>
        </pc:spChg>
        <pc:spChg chg="add mod ord">
          <ac:chgData name="陽 菊池" userId="001877ae5ad457f9" providerId="LiveId" clId="{70E61DDB-07A6-4D01-945E-31A07336DA08}" dt="2026-09-25T11:32:46.223" v="3017" actId="1076"/>
          <ac:spMkLst>
            <pc:docMk/>
            <pc:sldMk cId="742711186" sldId="275"/>
            <ac:spMk id="77" creationId="{367D3807-7563-26A8-33CE-582DCCAA8EF0}"/>
          </ac:spMkLst>
        </pc:spChg>
        <pc:spChg chg="add mod">
          <ac:chgData name="陽 菊池" userId="001877ae5ad457f9" providerId="LiveId" clId="{70E61DDB-07A6-4D01-945E-31A07336DA08}" dt="2026-09-25T11:32:46.223" v="3017" actId="1076"/>
          <ac:spMkLst>
            <pc:docMk/>
            <pc:sldMk cId="742711186" sldId="275"/>
            <ac:spMk id="79" creationId="{392FE2AE-252C-94A0-D26D-F45C5274981D}"/>
          </ac:spMkLst>
        </pc:spChg>
        <pc:spChg chg="add mod ord">
          <ac:chgData name="陽 菊池" userId="001877ae5ad457f9" providerId="LiveId" clId="{70E61DDB-07A6-4D01-945E-31A07336DA08}" dt="2026-09-25T11:32:46.223" v="3017" actId="1076"/>
          <ac:spMkLst>
            <pc:docMk/>
            <pc:sldMk cId="742711186" sldId="275"/>
            <ac:spMk id="81" creationId="{0F5F06FD-D0B6-F9C4-1B12-FD57E8BA3617}"/>
          </ac:spMkLst>
        </pc:spChg>
        <pc:spChg chg="add mod">
          <ac:chgData name="陽 菊池" userId="001877ae5ad457f9" providerId="LiveId" clId="{70E61DDB-07A6-4D01-945E-31A07336DA08}" dt="2026-09-25T12:05:22.711" v="3256" actId="113"/>
          <ac:spMkLst>
            <pc:docMk/>
            <pc:sldMk cId="742711186" sldId="275"/>
            <ac:spMk id="83" creationId="{23F33FDB-56C1-6C34-3AC0-00615A20A7CE}"/>
          </ac:spMkLst>
        </pc:spChg>
        <pc:spChg chg="add mod">
          <ac:chgData name="陽 菊池" userId="001877ae5ad457f9" providerId="LiveId" clId="{70E61DDB-07A6-4D01-945E-31A07336DA08}" dt="2026-09-25T12:05:29.970" v="3259" actId="113"/>
          <ac:spMkLst>
            <pc:docMk/>
            <pc:sldMk cId="742711186" sldId="275"/>
            <ac:spMk id="85" creationId="{7519F9B6-552F-DB44-3261-32E58D61B5D5}"/>
          </ac:spMkLst>
        </pc:spChg>
        <pc:spChg chg="add mod">
          <ac:chgData name="陽 菊池" userId="001877ae5ad457f9" providerId="LiveId" clId="{70E61DDB-07A6-4D01-945E-31A07336DA08}" dt="2026-09-25T12:05:39.929" v="3261" actId="113"/>
          <ac:spMkLst>
            <pc:docMk/>
            <pc:sldMk cId="742711186" sldId="275"/>
            <ac:spMk id="87" creationId="{9A9D3950-C991-A16E-E8A6-EFC5802F0CC4}"/>
          </ac:spMkLst>
        </pc:spChg>
      </pc:sldChg>
      <pc:sldChg chg="modSp add mod setBg">
        <pc:chgData name="陽 菊池" userId="001877ae5ad457f9" providerId="LiveId" clId="{70E61DDB-07A6-4D01-945E-31A07336DA08}" dt="2026-09-25T12:59:32.159" v="4072" actId="207"/>
        <pc:sldMkLst>
          <pc:docMk/>
          <pc:sldMk cId="0" sldId="276"/>
        </pc:sldMkLst>
        <pc:spChg chg="mod">
          <ac:chgData name="陽 菊池" userId="001877ae5ad457f9" providerId="LiveId" clId="{70E61DDB-07A6-4D01-945E-31A07336DA08}" dt="2026-09-25T12:59:32.159" v="4072" actId="207"/>
          <ac:spMkLst>
            <pc:docMk/>
            <pc:sldMk cId="0" sldId="276"/>
            <ac:spMk id="5" creationId="{00000000-0000-0000-0000-000000000000}"/>
          </ac:spMkLst>
        </pc:spChg>
      </pc:sldChg>
      <pc:sldChg chg="add">
        <pc:chgData name="陽 菊池" userId="001877ae5ad457f9" providerId="LiveId" clId="{70E61DDB-07A6-4D01-945E-31A07336DA08}" dt="2026-09-25T12:59:27.202" v="4071"/>
        <pc:sldMkLst>
          <pc:docMk/>
          <pc:sldMk cId="0" sldId="277"/>
        </pc:sldMkLst>
      </pc:sldChg>
      <pc:sldChg chg="add">
        <pc:chgData name="陽 菊池" userId="001877ae5ad457f9" providerId="LiveId" clId="{70E61DDB-07A6-4D01-945E-31A07336DA08}" dt="2026-09-25T12:59:27.202" v="4071"/>
        <pc:sldMkLst>
          <pc:docMk/>
          <pc:sldMk cId="0" sldId="278"/>
        </pc:sldMkLst>
      </pc:sldChg>
      <pc:sldChg chg="add">
        <pc:chgData name="陽 菊池" userId="001877ae5ad457f9" providerId="LiveId" clId="{70E61DDB-07A6-4D01-945E-31A07336DA08}" dt="2026-09-25T12:59:27.202" v="4071"/>
        <pc:sldMkLst>
          <pc:docMk/>
          <pc:sldMk cId="0" sldId="279"/>
        </pc:sldMkLst>
      </pc:sldChg>
      <pc:sldChg chg="add">
        <pc:chgData name="陽 菊池" userId="001877ae5ad457f9" providerId="LiveId" clId="{70E61DDB-07A6-4D01-945E-31A07336DA08}" dt="2026-09-25T12:59:27.202" v="4071"/>
        <pc:sldMkLst>
          <pc:docMk/>
          <pc:sldMk cId="0" sldId="280"/>
        </pc:sldMkLst>
      </pc:sldChg>
      <pc:sldChg chg="add">
        <pc:chgData name="陽 菊池" userId="001877ae5ad457f9" providerId="LiveId" clId="{70E61DDB-07A6-4D01-945E-31A07336DA08}" dt="2026-09-25T12:59:27.202" v="4071"/>
        <pc:sldMkLst>
          <pc:docMk/>
          <pc:sldMk cId="0" sldId="281"/>
        </pc:sldMkLst>
      </pc:sldChg>
      <pc:sldChg chg="add">
        <pc:chgData name="陽 菊池" userId="001877ae5ad457f9" providerId="LiveId" clId="{70E61DDB-07A6-4D01-945E-31A07336DA08}" dt="2026-09-25T12:59:27.202" v="4071"/>
        <pc:sldMkLst>
          <pc:docMk/>
          <pc:sldMk cId="0" sldId="2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0610D-0C3C-4F0E-9027-F9379C3CF934}" type="datetimeFigureOut">
              <a:rPr kumimoji="1" lang="ja-JP" altLang="en-US" smtClean="0"/>
              <a:t>2026/9/25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43D1D0-CA17-4BE3-A45F-DD70E1B8CA55}" type="slidenum">
              <a:rPr kumimoji="1" lang="ja-JP" altLang="en-US" smtClean="0"/>
              <a:t>‹#›</a:t>
            </a:fld>
            <a:endParaRPr kumimoji="1" lang="ja-JP" altLang="en-US"/>
          </a:p>
        </p:txBody>
      </p:sp>
    </p:spTree>
    <p:extLst>
      <p:ext uri="{BB962C8B-B14F-4D97-AF65-F5344CB8AC3E}">
        <p14:creationId xmlns:p14="http://schemas.microsoft.com/office/powerpoint/2010/main" val="306887213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Good afternoon.</a:t>
            </a:r>
            <a:br>
              <a:rPr lang="ja-JP" altLang="ja-JP" dirty="0"/>
            </a:br>
            <a:r>
              <a:rPr lang="ja-JP" altLang="ja-JP" dirty="0"/>
              <a:t>I am Hinata Kikuchi from the </a:t>
            </a:r>
            <a:r>
              <a:rPr lang="en-US" altLang="ja-JP" dirty="0"/>
              <a:t>ROIS and Chuo University</a:t>
            </a:r>
            <a:r>
              <a:rPr lang="ja-JP" altLang="ja-JP" dirty="0"/>
              <a:t>.</a:t>
            </a:r>
            <a:br>
              <a:rPr lang="ja-JP" altLang="ja-JP" dirty="0"/>
            </a:br>
            <a:r>
              <a:rPr lang="ja-JP" altLang="ja-JP" dirty="0"/>
              <a:t>This is joint work with Hajime Ono and Kazuhiro Minami.</a:t>
            </a:r>
          </a:p>
          <a:p>
            <a:r>
              <a:rPr lang="ja-JP" altLang="ja-JP" dirty="0"/>
              <a:t>Today, I want to ask a very simple question:</a:t>
            </a:r>
          </a:p>
          <a:p>
            <a:r>
              <a:rPr lang="ja-JP" altLang="ja-JP" b="1" dirty="0"/>
              <a:t>How much can we learn when we do not know exactly how the method worked?</a:t>
            </a:r>
            <a:endParaRPr lang="en-US" altLang="ja-JP" b="1" dirty="0"/>
          </a:p>
          <a:p>
            <a:endParaRPr lang="en-US" altLang="ja-JP"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20secs.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dirty="0"/>
          </a:p>
          <a:p>
            <a:r>
              <a:rPr lang="ja-JP" altLang="ja-JP" dirty="0"/>
              <a:t>Let me start with a real story.</a:t>
            </a:r>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1</a:t>
            </a:fld>
            <a:endParaRPr kumimoji="1" lang="ja-JP" altLang="en-US"/>
          </a:p>
        </p:txBody>
      </p:sp>
    </p:spTree>
    <p:extLst>
      <p:ext uri="{BB962C8B-B14F-4D97-AF65-F5344CB8AC3E}">
        <p14:creationId xmlns:p14="http://schemas.microsoft.com/office/powerpoint/2010/main" val="3510123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In 2006, Netflix launched the Netflix Prize.</a:t>
            </a:r>
          </a:p>
          <a:p>
            <a:r>
              <a:rPr lang="ja-JP" altLang="ja-JP" dirty="0"/>
              <a:t>To improve its recommendation system, Netflix released movie-rating data from about half a million subscribers.</a:t>
            </a:r>
          </a:p>
          <a:p>
            <a:r>
              <a:rPr lang="ja-JP" altLang="ja-JP" dirty="0"/>
              <a:t>Names and direct identifiers were removed.</a:t>
            </a:r>
          </a:p>
          <a:p>
            <a:r>
              <a:rPr lang="ja-JP" altLang="ja-JP" dirty="0"/>
              <a:t>But researchers later showed that some anonymous records could be linked back to individuals using only a small amount of public information — for example, movie ratings on IMDb.</a:t>
            </a:r>
          </a:p>
          <a:p>
            <a:r>
              <a:rPr lang="ja-JP" altLang="ja-JP" dirty="0"/>
              <a:t>This became more than an academic result.</a:t>
            </a:r>
          </a:p>
          <a:p>
            <a:r>
              <a:rPr lang="ja-JP" altLang="ja-JP" dirty="0"/>
              <a:t>When Netflix later planned a second competition with richer data, the U.S. Federal Trade Commission raised concerns about re-identification.</a:t>
            </a:r>
          </a:p>
          <a:p>
            <a:r>
              <a:rPr lang="ja-JP" altLang="ja-JP" dirty="0"/>
              <a:t>Netflix eventually suspended the second Prize.</a:t>
            </a:r>
            <a:endParaRPr lang="en-US" altLang="ja-JP" dirty="0"/>
          </a:p>
          <a:p>
            <a:endParaRPr lang="ja-JP" altLang="ja-JP" dirty="0"/>
          </a:p>
          <a:p>
            <a:r>
              <a:rPr lang="ja-JP" altLang="ja-JP" dirty="0"/>
              <a:t>So there is a real tension here.</a:t>
            </a:r>
          </a:p>
          <a:p>
            <a:r>
              <a:rPr lang="ja-JP" altLang="ja-JP" b="1" dirty="0"/>
              <a:t>Detailed disclosure helps research. But disclosure itself can also create privacy and organizational risks.</a:t>
            </a:r>
            <a:endParaRPr lang="ja-JP" altLang="ja-JP" dirty="0"/>
          </a:p>
          <a:p>
            <a:endParaRPr kumimoji="1" lang="en-US" altLang="ja-JP" dirty="0"/>
          </a:p>
          <a:p>
            <a:r>
              <a:rPr kumimoji="1" lang="en-US" altLang="ja-JP" dirty="0"/>
              <a:t>45secs.</a:t>
            </a:r>
          </a:p>
          <a:p>
            <a:endParaRPr kumimoji="1" lang="en-US" altLang="ja-JP" dirty="0"/>
          </a:p>
          <a:p>
            <a:r>
              <a:rPr lang="ja-JP" altLang="ja-JP" dirty="0"/>
              <a:t>And that leaves researchers with a practical problem.</a:t>
            </a:r>
          </a:p>
          <a:p>
            <a:r>
              <a:rPr lang="ja-JP" altLang="ja-JP" b="1" dirty="0"/>
              <a:t>What can we do when those details are simply not available?</a:t>
            </a:r>
            <a:endParaRPr lang="ja-JP" altLang="ja-JP"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2</a:t>
            </a:fld>
            <a:endParaRPr kumimoji="1" lang="ja-JP" altLang="en-US"/>
          </a:p>
        </p:txBody>
      </p:sp>
    </p:spTree>
    <p:extLst>
      <p:ext uri="{BB962C8B-B14F-4D97-AF65-F5344CB8AC3E}">
        <p14:creationId xmlns:p14="http://schemas.microsoft.com/office/powerpoint/2010/main" val="66988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In many real settings, this is exactly what we face.</a:t>
            </a:r>
          </a:p>
          <a:p>
            <a:r>
              <a:rPr lang="ja-JP" altLang="ja-JP" dirty="0"/>
              <a:t>We can observe what happened.</a:t>
            </a:r>
          </a:p>
          <a:p>
            <a:r>
              <a:rPr lang="ja-JP" altLang="ja-JP" dirty="0"/>
              <a:t>We may know the broad type of anonymization or attack that was used.</a:t>
            </a:r>
          </a:p>
          <a:p>
            <a:r>
              <a:rPr lang="ja-JP" altLang="ja-JP" dirty="0"/>
              <a:t>But we do not know the exact parameters.</a:t>
            </a:r>
            <a:br>
              <a:rPr lang="ja-JP" altLang="ja-JP" dirty="0"/>
            </a:br>
            <a:r>
              <a:rPr lang="ja-JP" altLang="ja-JP" dirty="0"/>
              <a:t>We do not see the full implementation.</a:t>
            </a:r>
            <a:br>
              <a:rPr lang="ja-JP" altLang="ja-JP" dirty="0"/>
            </a:br>
            <a:r>
              <a:rPr lang="ja-JP" altLang="ja-JP" dirty="0"/>
              <a:t>And we often do not have the source code.</a:t>
            </a:r>
          </a:p>
          <a:p>
            <a:r>
              <a:rPr lang="ja-JP" altLang="ja-JP" dirty="0"/>
              <a:t>So our question is:</a:t>
            </a:r>
          </a:p>
          <a:p>
            <a:r>
              <a:rPr lang="ja-JP" altLang="ja-JP" b="1" dirty="0"/>
              <a:t>Can we still extract meaningful knowledge when we only have outcomes and type-level descriptions?</a:t>
            </a:r>
            <a:endParaRPr lang="ja-JP" altLang="ja-JP" dirty="0"/>
          </a:p>
          <a:p>
            <a:r>
              <a:rPr lang="ja-JP" altLang="ja-JP" dirty="0"/>
              <a:t>Obviously, that information is not enough for a controlled causal study.</a:t>
            </a:r>
          </a:p>
          <a:p>
            <a:r>
              <a:rPr lang="ja-JP" altLang="ja-JP" dirty="0"/>
              <a:t>But perhaps it is enough to discover patterns — and to formulate useful hypotheses.</a:t>
            </a:r>
          </a:p>
          <a:p>
            <a:endParaRPr kumimoji="1" lang="en-US" altLang="ja-JP" dirty="0"/>
          </a:p>
          <a:p>
            <a:r>
              <a:rPr kumimoji="1" lang="en-US" altLang="ja-JP" dirty="0"/>
              <a:t>50secs.</a:t>
            </a:r>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To explore this question, we found a useful test case: PWS Cup 2025.</a:t>
            </a:r>
          </a:p>
          <a:p>
            <a:endParaRPr kumimoji="1" lang="ja-JP" altLang="en-US"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6</a:t>
            </a:fld>
            <a:endParaRPr kumimoji="1" lang="ja-JP" altLang="en-US"/>
          </a:p>
        </p:txBody>
      </p:sp>
    </p:spTree>
    <p:extLst>
      <p:ext uri="{BB962C8B-B14F-4D97-AF65-F5344CB8AC3E}">
        <p14:creationId xmlns:p14="http://schemas.microsoft.com/office/powerpoint/2010/main" val="2465342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PWS Cup is an anonymization and attack competition held annually in Japan since 2015.</a:t>
            </a:r>
          </a:p>
          <a:p>
            <a:r>
              <a:rPr lang="ja-JP" altLang="ja-JP" dirty="0"/>
              <a:t>And every team plays both roles: defender and attacker.</a:t>
            </a:r>
          </a:p>
          <a:p>
            <a:r>
              <a:rPr lang="ja-JP" altLang="ja-JP" dirty="0"/>
              <a:t>In 2025, the challenge used synthetic health records.</a:t>
            </a:r>
          </a:p>
          <a:p>
            <a:r>
              <a:rPr lang="ja-JP" altLang="ja-JP" dirty="0"/>
              <a:t>As a defender, each team received a hidden sample and submitted two things:</a:t>
            </a:r>
          </a:p>
          <a:p>
            <a:r>
              <a:rPr lang="ja-JP" altLang="ja-JP" dirty="0"/>
              <a:t>an anonymized dataset, and an XGBoost model for stroke-risk prediction.</a:t>
            </a:r>
          </a:p>
          <a:p>
            <a:r>
              <a:rPr lang="ja-JP" altLang="ja-JP" dirty="0"/>
              <a:t>Then every team attacked every other team.</a:t>
            </a:r>
          </a:p>
          <a:p>
            <a:r>
              <a:rPr lang="ja-JP" altLang="ja-JP" dirty="0"/>
              <a:t>The attack was membership inference:</a:t>
            </a:r>
          </a:p>
          <a:p>
            <a:r>
              <a:rPr lang="ja-JP" altLang="ja-JP" b="1" dirty="0"/>
              <a:t>Which patients in the population were actually included in the hidden sample?</a:t>
            </a:r>
            <a:endParaRPr lang="ja-JP" altLang="ja-JP" dirty="0"/>
          </a:p>
          <a:p>
            <a:r>
              <a:rPr lang="ja-JP" altLang="ja-JP" dirty="0"/>
              <a:t>So at the end, we have comparable outcomes for utility, anonymization, and attack performance.</a:t>
            </a:r>
          </a:p>
          <a:p>
            <a:endParaRPr kumimoji="1" lang="en-US" altLang="ja-JP" dirty="0"/>
          </a:p>
          <a:p>
            <a:r>
              <a:rPr lang="ja-JP" altLang="ja-JP" dirty="0"/>
              <a:t>But for our question, there is one more important feature.</a:t>
            </a:r>
          </a:p>
          <a:p>
            <a:r>
              <a:rPr lang="ja-JP" altLang="ja-JP" dirty="0"/>
              <a:t>At the final showcase, every team presented what it had done — through posters and short talks.</a:t>
            </a:r>
          </a:p>
          <a:p>
            <a:r>
              <a:rPr lang="ja-JP" altLang="ja-JP" dirty="0"/>
              <a:t>So we could observe the </a:t>
            </a:r>
            <a:r>
              <a:rPr lang="ja-JP" altLang="ja-JP" b="1" dirty="0"/>
              <a:t>type</a:t>
            </a:r>
            <a:r>
              <a:rPr lang="ja-JP" altLang="ja-JP" dirty="0"/>
              <a:t> of strategy.</a:t>
            </a:r>
          </a:p>
          <a:p>
            <a:r>
              <a:rPr lang="ja-JP" altLang="ja-JP" dirty="0"/>
              <a:t>But code release was optional.</a:t>
            </a:r>
          </a:p>
          <a:p>
            <a:r>
              <a:rPr lang="ja-JP" altLang="ja-JP" dirty="0"/>
              <a:t>Only two of the twenty-four teams released code.</a:t>
            </a:r>
          </a:p>
          <a:p>
            <a:r>
              <a:rPr lang="ja-JP" altLang="ja-JP" dirty="0"/>
              <a:t>That makes PWS Cup an unusual middle ground.</a:t>
            </a:r>
            <a:endParaRPr lang="en-US" altLang="ja-JP" dirty="0"/>
          </a:p>
          <a:p>
            <a:endParaRPr lang="ja-JP" altLang="ja-JP" dirty="0"/>
          </a:p>
          <a:p>
            <a:r>
              <a:rPr lang="ja-JP" altLang="ja-JP" b="1" dirty="0"/>
              <a:t>The implementation is mostly hidden, like in the real world.</a:t>
            </a:r>
            <a:br>
              <a:rPr lang="ja-JP" altLang="ja-JP" b="1" dirty="0"/>
            </a:br>
            <a:r>
              <a:rPr lang="ja-JP" altLang="ja-JP" b="1" dirty="0"/>
              <a:t>But the outcomes are measured under the same framework.</a:t>
            </a:r>
            <a:endParaRPr lang="ja-JP" altLang="ja-JP" dirty="0"/>
          </a:p>
          <a:p>
            <a:r>
              <a:rPr lang="ja-JP" altLang="ja-JP" dirty="0"/>
              <a:t>So we asked: can we learn anything from that?</a:t>
            </a:r>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9</a:t>
            </a:fld>
            <a:endParaRPr kumimoji="1" lang="ja-JP" altLang="en-US"/>
          </a:p>
        </p:txBody>
      </p:sp>
    </p:spTree>
    <p:extLst>
      <p:ext uri="{BB962C8B-B14F-4D97-AF65-F5344CB8AC3E}">
        <p14:creationId xmlns:p14="http://schemas.microsoft.com/office/powerpoint/2010/main" val="1293906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So we reconstructed the missing information by hand.</a:t>
            </a:r>
          </a:p>
          <a:p>
            <a:r>
              <a:rPr lang="ja-JP" altLang="ja-JP" dirty="0"/>
              <a:t>We attended the final showcase and documented each team's anonymization, model-training, and attack strategy from posters, presentations, and follow-up discussions.</a:t>
            </a:r>
          </a:p>
          <a:p>
            <a:r>
              <a:rPr lang="ja-JP" altLang="ja-JP" dirty="0"/>
              <a:t>We obtained usable descriptions for twenty teams.</a:t>
            </a:r>
          </a:p>
          <a:p>
            <a:r>
              <a:rPr lang="ja-JP" altLang="ja-JP" dirty="0"/>
              <a:t>Then we converted those descriptions into categorical features.</a:t>
            </a:r>
          </a:p>
          <a:p>
            <a:r>
              <a:rPr lang="ja-JP" altLang="ja-JP" dirty="0"/>
              <a:t>For example:</a:t>
            </a:r>
          </a:p>
          <a:p>
            <a:r>
              <a:rPr lang="ja-JP" altLang="ja-JP" dirty="0"/>
              <a:t>Did the team perturb the provided sample directly, or build a new dataset from elsewhere?</a:t>
            </a:r>
          </a:p>
          <a:p>
            <a:r>
              <a:rPr lang="ja-JP" altLang="ja-JP" dirty="0"/>
              <a:t>Did it use synthetic generation?</a:t>
            </a:r>
            <a:br>
              <a:rPr lang="ja-JP" altLang="ja-JP" dirty="0"/>
            </a:br>
            <a:r>
              <a:rPr lang="ja-JP" altLang="ja-JP" dirty="0"/>
              <a:t>Noise?</a:t>
            </a:r>
            <a:br>
              <a:rPr lang="ja-JP" altLang="ja-JP" dirty="0"/>
            </a:br>
            <a:r>
              <a:rPr lang="ja-JP" altLang="ja-JP" dirty="0"/>
              <a:t>Optimization</a:t>
            </a:r>
            <a:r>
              <a:rPr lang="ja-JP" altLang="en-US" dirty="0"/>
              <a:t> </a:t>
            </a:r>
            <a:r>
              <a:rPr lang="en-US" altLang="ja-JP" dirty="0"/>
              <a:t>techniques</a:t>
            </a:r>
            <a:r>
              <a:rPr lang="ja-JP" altLang="ja-JP" dirty="0"/>
              <a:t>?</a:t>
            </a:r>
          </a:p>
          <a:p>
            <a:r>
              <a:rPr lang="ja-JP" altLang="ja-JP" dirty="0"/>
              <a:t>And on the attack side, </a:t>
            </a:r>
            <a:r>
              <a:rPr lang="en-US" altLang="ja-JP" dirty="0"/>
              <a:t>d</a:t>
            </a:r>
            <a:r>
              <a:rPr lang="ja-JP" altLang="ja-JP" dirty="0"/>
              <a:t>id it use the released model, or train its</a:t>
            </a:r>
            <a:r>
              <a:rPr lang="en-US" altLang="ja-JP" dirty="0"/>
              <a:t> models for</a:t>
            </a:r>
            <a:r>
              <a:rPr lang="ja-JP" altLang="ja-JP" dirty="0"/>
              <a:t> own membership attack?</a:t>
            </a:r>
            <a:endParaRPr lang="ja-JP" altLang="en-US" dirty="0"/>
          </a:p>
          <a:p>
            <a:r>
              <a:rPr lang="ja-JP" altLang="ja-JP" dirty="0"/>
              <a:t>To avoid building results around one unusual team, we only kept features used by at least four teams.</a:t>
            </a:r>
          </a:p>
          <a:p>
            <a:endParaRPr kumimoji="1" lang="en-US" altLang="ja-JP" dirty="0"/>
          </a:p>
          <a:p>
            <a:r>
              <a:rPr lang="ja-JP" altLang="ja-JP" dirty="0"/>
              <a:t>Then we used these coarse descriptions to ask two questions.</a:t>
            </a:r>
          </a:p>
          <a:p>
            <a:r>
              <a:rPr lang="ja-JP" altLang="ja-JP" b="1" dirty="0"/>
              <a:t>First:</a:t>
            </a:r>
            <a:r>
              <a:rPr lang="ja-JP" altLang="ja-JP" dirty="0"/>
              <a:t> were generation- and reconstruction-based designs associated with better utility and anonymization?</a:t>
            </a:r>
          </a:p>
          <a:p>
            <a:r>
              <a:rPr lang="ja-JP" altLang="ja-JP" b="1" dirty="0"/>
              <a:t>Second:</a:t>
            </a:r>
            <a:r>
              <a:rPr lang="ja-JP" altLang="ja-JP" dirty="0"/>
              <a:t> did disclosure risk depend on the combination of the defender's strategy and the attacker's strategy?</a:t>
            </a:r>
          </a:p>
          <a:p>
            <a:r>
              <a:rPr lang="ja-JP" altLang="ja-JP" dirty="0"/>
              <a:t>With only twenty teams, we deliberately kept the analysis small:</a:t>
            </a:r>
          </a:p>
          <a:p>
            <a:r>
              <a:rPr lang="ja-JP" altLang="ja-JP" dirty="0"/>
              <a:t>effect sizes, sparse regression models, and for the attack analysis, the 361 attacker–victim pairs.</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And despite the very coarse information, the first pattern was surprisingly clear.</a:t>
            </a:r>
          </a:p>
          <a:p>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10</a:t>
            </a:fld>
            <a:endParaRPr kumimoji="1" lang="ja-JP" altLang="en-US"/>
          </a:p>
        </p:txBody>
      </p:sp>
    </p:spTree>
    <p:extLst>
      <p:ext uri="{BB962C8B-B14F-4D97-AF65-F5344CB8AC3E}">
        <p14:creationId xmlns:p14="http://schemas.microsoft.com/office/powerpoint/2010/main" val="1178638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Here is the first result.</a:t>
            </a:r>
          </a:p>
          <a:p>
            <a:r>
              <a:rPr lang="ja-JP" altLang="ja-JP" dirty="0"/>
              <a:t>Orange is utility.</a:t>
            </a:r>
            <a:br>
              <a:rPr lang="ja-JP" altLang="ja-JP" dirty="0"/>
            </a:br>
            <a:r>
              <a:rPr lang="ja-JP" altLang="ja-JP" dirty="0"/>
              <a:t>Blue is anonymization.</a:t>
            </a:r>
          </a:p>
          <a:p>
            <a:r>
              <a:rPr lang="ja-JP" altLang="ja-JP" dirty="0"/>
              <a:t>Positive values mean that the strategy on the right performed better.</a:t>
            </a:r>
          </a:p>
          <a:p>
            <a:r>
              <a:rPr lang="ja-JP" altLang="ja-JP" dirty="0"/>
              <a:t>The largest utility difference is at the top.</a:t>
            </a:r>
          </a:p>
          <a:p>
            <a:r>
              <a:rPr lang="ja-JP" altLang="ja-JP" dirty="0"/>
              <a:t>Teams that did </a:t>
            </a:r>
            <a:r>
              <a:rPr lang="ja-JP" altLang="ja-JP" b="1" dirty="0"/>
              <a:t>not</a:t>
            </a:r>
            <a:r>
              <a:rPr lang="ja-JP" altLang="ja-JP" dirty="0"/>
              <a:t> simply transform the provided sample, but instead reconstructed data from elsewhere, had substantially higher utility.</a:t>
            </a:r>
          </a:p>
          <a:p>
            <a:r>
              <a:rPr lang="ja-JP" altLang="ja-JP" dirty="0"/>
              <a:t>The effect size was 1.55.</a:t>
            </a:r>
            <a:endParaRPr lang="en-US" altLang="ja-JP" dirty="0"/>
          </a:p>
          <a:p>
            <a:endParaRPr lang="ja-JP" altLang="ja-JP" dirty="0"/>
          </a:p>
          <a:p>
            <a:r>
              <a:rPr lang="ja-JP" altLang="ja-JP" dirty="0"/>
              <a:t>Now look at synthesis.</a:t>
            </a:r>
          </a:p>
          <a:p>
            <a:r>
              <a:rPr lang="ja-JP" altLang="ja-JP" dirty="0"/>
              <a:t>Synthetic designs were associated with higher utility — 1.26 — </a:t>
            </a:r>
            <a:r>
              <a:rPr lang="ja-JP" altLang="ja-JP" b="1" dirty="0"/>
              <a:t>and</a:t>
            </a:r>
            <a:r>
              <a:rPr lang="ja-JP" altLang="ja-JP" dirty="0"/>
              <a:t> higher anonymization — 1.01.</a:t>
            </a:r>
          </a:p>
          <a:p>
            <a:r>
              <a:rPr lang="ja-JP" altLang="ja-JP" dirty="0"/>
              <a:t>That is the interesting part.</a:t>
            </a:r>
            <a:endParaRPr lang="en-US" altLang="ja-JP" dirty="0"/>
          </a:p>
          <a:p>
            <a:endParaRPr lang="ja-JP" altLang="ja-JP" dirty="0"/>
          </a:p>
          <a:p>
            <a:r>
              <a:rPr lang="ja-JP" altLang="ja-JP" dirty="0"/>
              <a:t>In this competition, synthesis was the one design choice that moved both outcomes strongly in the same direction.</a:t>
            </a:r>
          </a:p>
          <a:p>
            <a:r>
              <a:rPr lang="ja-JP" altLang="ja-JP" dirty="0"/>
              <a:t>Explicit noise went in the opposite direction.</a:t>
            </a:r>
          </a:p>
          <a:p>
            <a:r>
              <a:rPr lang="ja-JP" altLang="ja-JP" dirty="0"/>
              <a:t>Row swapping barely changed utility, but was positively associated with anonymization.</a:t>
            </a:r>
            <a:endParaRPr lang="en-US" altLang="ja-JP" dirty="0"/>
          </a:p>
          <a:p>
            <a:endParaRPr lang="en-US" altLang="ja-JP" dirty="0"/>
          </a:p>
          <a:p>
            <a:r>
              <a:rPr lang="ja-JP" altLang="ja-JP" dirty="0"/>
              <a:t>But there is an obvious objection.</a:t>
            </a:r>
          </a:p>
          <a:p>
            <a:r>
              <a:rPr lang="ja-JP" altLang="ja-JP" dirty="0"/>
              <a:t>Maybe these defenses only looked strong because they happened to face the wrong kind of attacker.</a:t>
            </a:r>
          </a:p>
          <a:p>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13</a:t>
            </a:fld>
            <a:endParaRPr kumimoji="1" lang="ja-JP" altLang="en-US"/>
          </a:p>
        </p:txBody>
      </p:sp>
    </p:spTree>
    <p:extLst>
      <p:ext uri="{BB962C8B-B14F-4D97-AF65-F5344CB8AC3E}">
        <p14:creationId xmlns:p14="http://schemas.microsoft.com/office/powerpoint/2010/main" val="3088211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So for H2, we stopped looking at one score per team.</a:t>
            </a:r>
          </a:p>
          <a:p>
            <a:r>
              <a:rPr lang="ja-JP" altLang="ja-JP" dirty="0"/>
              <a:t>We analyzed all 361 ordered attacker–victim pairs directly.</a:t>
            </a:r>
          </a:p>
          <a:p>
            <a:r>
              <a:rPr lang="ja-JP" altLang="ja-JP" dirty="0"/>
              <a:t>The outcome is how many of one victim's records one attacker exposed.</a:t>
            </a:r>
          </a:p>
          <a:p>
            <a:r>
              <a:rPr lang="ja-JP" altLang="ja-JP" dirty="0"/>
              <a:t>An </a:t>
            </a:r>
            <a:r>
              <a:rPr lang="en-US" altLang="ja-JP" dirty="0"/>
              <a:t>incidence rate ratio </a:t>
            </a:r>
            <a:r>
              <a:rPr lang="ja-JP" altLang="ja-JP" dirty="0"/>
              <a:t>below one means fewer exposed records.</a:t>
            </a:r>
          </a:p>
          <a:p>
            <a:endParaRPr kumimoji="1" lang="en-US" altLang="ja-JP" dirty="0"/>
          </a:p>
          <a:p>
            <a:r>
              <a:rPr lang="ja-JP" altLang="ja-JP" dirty="0"/>
              <a:t>Start with the victim side.</a:t>
            </a:r>
          </a:p>
          <a:p>
            <a:r>
              <a:rPr lang="ja-JP" altLang="ja-JP" dirty="0"/>
              <a:t>Each of these four anonymization choices is associated with lower exposure.</a:t>
            </a:r>
          </a:p>
          <a:p>
            <a:r>
              <a:rPr lang="ja-JP" altLang="ja-JP" dirty="0"/>
              <a:t>The IRRs are around 0.63 to 0.73.</a:t>
            </a:r>
          </a:p>
          <a:p>
            <a:r>
              <a:rPr lang="ja-JP" altLang="ja-JP" dirty="0"/>
              <a:t>So, in these models, expected exposure is roughly 27 to 37 percent lower.</a:t>
            </a:r>
          </a:p>
          <a:p>
            <a:endParaRPr kumimoji="1" lang="en-US" altLang="ja-JP" dirty="0"/>
          </a:p>
          <a:p>
            <a:r>
              <a:rPr lang="ja-JP" altLang="ja-JP" dirty="0"/>
              <a:t>Now look at the attacker.</a:t>
            </a:r>
          </a:p>
          <a:p>
            <a:r>
              <a:rPr lang="ja-JP" altLang="ja-JP" dirty="0"/>
              <a:t>Attackers that also used the released XGBoost model actually performed slightly worse against victims using none of these designs.</a:t>
            </a:r>
          </a:p>
          <a:p>
            <a:r>
              <a:rPr lang="ja-JP" altLang="ja-JP" dirty="0"/>
              <a:t>That surprised us.</a:t>
            </a:r>
          </a:p>
          <a:p>
            <a:r>
              <a:rPr lang="ja-JP" altLang="ja-JP" dirty="0"/>
              <a:t>And once the victim used one of these stronger anonymization designs, adding the released model changed very little.</a:t>
            </a:r>
          </a:p>
          <a:p>
            <a:r>
              <a:rPr lang="ja-JP" altLang="ja-JP" dirty="0"/>
              <a:t>So the exact pairing does matter.</a:t>
            </a:r>
          </a:p>
          <a:p>
            <a:r>
              <a:rPr lang="ja-JP" altLang="ja-JP" dirty="0"/>
              <a:t>But the much larger pattern comes from the </a:t>
            </a:r>
            <a:r>
              <a:rPr lang="ja-JP" altLang="ja-JP" b="1" dirty="0"/>
              <a:t>victim's anonymization choice</a:t>
            </a:r>
            <a:r>
              <a:rPr lang="ja-JP" altLang="ja-JP" dirty="0"/>
              <a:t>.</a:t>
            </a:r>
          </a:p>
          <a:p>
            <a:endParaRPr kumimoji="1" lang="en-US" altLang="ja-JP" dirty="0"/>
          </a:p>
          <a:p>
            <a:r>
              <a:rPr lang="ja-JP" altLang="ja-JP" dirty="0"/>
              <a:t>These results look interesting.</a:t>
            </a:r>
            <a:br>
              <a:rPr lang="ja-JP" altLang="ja-JP" dirty="0"/>
            </a:br>
            <a:r>
              <a:rPr lang="ja-JP" altLang="ja-JP" dirty="0"/>
              <a:t>But before asking how general they are, we need to be very clear about what this study can and cannot tell us.</a:t>
            </a:r>
            <a:endParaRPr kumimoji="1" lang="ja-JP" altLang="en-US"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15</a:t>
            </a:fld>
            <a:endParaRPr kumimoji="1" lang="ja-JP" altLang="en-US"/>
          </a:p>
        </p:txBody>
      </p:sp>
    </p:spTree>
    <p:extLst>
      <p:ext uri="{BB962C8B-B14F-4D97-AF65-F5344CB8AC3E}">
        <p14:creationId xmlns:p14="http://schemas.microsoft.com/office/powerpoint/2010/main" val="1942936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There are three important limitations.</a:t>
            </a:r>
          </a:p>
          <a:p>
            <a:r>
              <a:rPr lang="ja-JP" altLang="ja-JP" dirty="0"/>
              <a:t>First, twenty teams — and the strategies were observed, not randomly assigned.</a:t>
            </a:r>
          </a:p>
          <a:p>
            <a:r>
              <a:rPr lang="ja-JP" altLang="ja-JP" dirty="0"/>
              <a:t>So these are associations, not causal effects.</a:t>
            </a:r>
          </a:p>
          <a:p>
            <a:r>
              <a:rPr lang="ja-JP" altLang="ja-JP" dirty="0"/>
              <a:t>Second, our coding captures the family of the method, not its parameters or implementation.</a:t>
            </a:r>
          </a:p>
          <a:p>
            <a:r>
              <a:rPr lang="ja-JP" altLang="ja-JP" dirty="0"/>
              <a:t>And third, this is one contest, with one synthetic population and one scoring system.</a:t>
            </a:r>
          </a:p>
          <a:p>
            <a:r>
              <a:rPr lang="ja-JP" altLang="ja-JP" dirty="0"/>
              <a:t>So I am </a:t>
            </a:r>
            <a:r>
              <a:rPr lang="ja-JP" altLang="ja-JP" b="1" dirty="0"/>
              <a:t>not</a:t>
            </a:r>
            <a:r>
              <a:rPr lang="ja-JP" altLang="ja-JP" dirty="0"/>
              <a:t> claiming that synthetic data is universally better, or that these attack results generalize to every setting.</a:t>
            </a:r>
          </a:p>
          <a:p>
            <a:r>
              <a:rPr lang="ja-JP" altLang="ja-JP" dirty="0"/>
              <a:t>These are exploratory patterns from PWS Cup 2025.</a:t>
            </a:r>
          </a:p>
          <a:p>
            <a:endParaRPr kumimoji="1" lang="en-US" altLang="ja-JP" dirty="0"/>
          </a:p>
          <a:p>
            <a:r>
              <a:rPr lang="ja-JP" altLang="ja-JP" dirty="0"/>
              <a:t>But remember the question we started with.</a:t>
            </a:r>
          </a:p>
          <a:p>
            <a:r>
              <a:rPr lang="ja-JP" altLang="ja-JP" dirty="0"/>
              <a:t>We deliberately began with incomplete information.</a:t>
            </a:r>
          </a:p>
          <a:p>
            <a:r>
              <a:rPr lang="ja-JP" altLang="ja-JP" dirty="0"/>
              <a:t>And even at that resolution, we were able to move from vague descriptions to </a:t>
            </a:r>
            <a:r>
              <a:rPr lang="ja-JP" altLang="ja-JP" b="1" dirty="0"/>
              <a:t>specific, quantitative hypotheses</a:t>
            </a:r>
            <a:r>
              <a:rPr lang="ja-JP" altLang="ja-JP" dirty="0"/>
              <a:t>.</a:t>
            </a:r>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And I think that is the more general lesson from this study.</a:t>
            </a:r>
          </a:p>
          <a:p>
            <a:endParaRPr kumimoji="1" lang="ja-JP" altLang="en-US"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17</a:t>
            </a:fld>
            <a:endParaRPr kumimoji="1" lang="ja-JP" altLang="en-US"/>
          </a:p>
        </p:txBody>
      </p:sp>
    </p:spTree>
    <p:extLst>
      <p:ext uri="{BB962C8B-B14F-4D97-AF65-F5344CB8AC3E}">
        <p14:creationId xmlns:p14="http://schemas.microsoft.com/office/powerpoint/2010/main" val="1184218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Let me return to where I started.</a:t>
            </a:r>
          </a:p>
          <a:p>
            <a:r>
              <a:rPr lang="ja-JP" altLang="ja-JP" dirty="0"/>
              <a:t>Full disclosure is extremely valuable for research.</a:t>
            </a:r>
          </a:p>
          <a:p>
            <a:r>
              <a:rPr lang="ja-JP" altLang="ja-JP" dirty="0"/>
              <a:t>But as the Netflix case illustrates, disclosure can also create real privacy and organizational risks.</a:t>
            </a:r>
          </a:p>
          <a:p>
            <a:r>
              <a:rPr lang="ja-JP" altLang="ja-JP" dirty="0"/>
              <a:t>So in practice, we will sometimes have to study systems without seeing every implementation detail.</a:t>
            </a:r>
          </a:p>
          <a:p>
            <a:r>
              <a:rPr lang="ja-JP" altLang="ja-JP" dirty="0"/>
              <a:t>Our PWS Cup case suggests that this does </a:t>
            </a:r>
            <a:r>
              <a:rPr lang="ja-JP" altLang="ja-JP" b="1" dirty="0"/>
              <a:t>not</a:t>
            </a:r>
            <a:r>
              <a:rPr lang="ja-JP" altLang="ja-JP" dirty="0"/>
              <a:t> mean we have to give up.</a:t>
            </a:r>
          </a:p>
          <a:p>
            <a:r>
              <a:rPr lang="ja-JP" altLang="ja-JP" dirty="0"/>
              <a:t>Type-level descriptions were not enough for definitive conclusions.</a:t>
            </a:r>
          </a:p>
          <a:p>
            <a:r>
              <a:rPr lang="ja-JP" altLang="ja-JP" dirty="0"/>
              <a:t>But they were enough to identify patterns, quantify them, and formulate questions that can now be tested more rigorously.</a:t>
            </a:r>
          </a:p>
          <a:p>
            <a:endParaRPr kumimoji="1" lang="en-US" altLang="ja-JP" dirty="0"/>
          </a:p>
          <a:p>
            <a:r>
              <a:rPr lang="ja-JP" altLang="ja-JP" dirty="0"/>
              <a:t>And this suggests a very simple next step.</a:t>
            </a:r>
          </a:p>
          <a:p>
            <a:r>
              <a:rPr lang="ja-JP" altLang="ja-JP" dirty="0"/>
              <a:t>Requiring every participant to release complete source code may not always be realistic.</a:t>
            </a:r>
          </a:p>
          <a:p>
            <a:r>
              <a:rPr lang="ja-JP" altLang="ja-JP" dirty="0"/>
              <a:t>But asking every team to complete a short, structured questionnaire about its strategy is much easier.</a:t>
            </a:r>
          </a:p>
          <a:p>
            <a:r>
              <a:rPr lang="ja-JP" altLang="ja-JP" dirty="0"/>
              <a:t>Then the next analysis can begin with structured evidence, rather than reconstructing it afterwards.</a:t>
            </a:r>
          </a:p>
          <a:p>
            <a:endParaRPr kumimoji="1" lang="en-US" altLang="ja-JP" dirty="0"/>
          </a:p>
          <a:p>
            <a:r>
              <a:rPr lang="ja-JP" altLang="ja-JP" b="1" dirty="0"/>
              <a:t>We may not have the source — but we can still start finding the patterns.</a:t>
            </a:r>
            <a:endParaRPr lang="ja-JP" altLang="ja-JP" dirty="0"/>
          </a:p>
          <a:p>
            <a:r>
              <a:rPr lang="ja-JP" altLang="ja-JP" dirty="0"/>
              <a:t>Thank you.</a:t>
            </a:r>
          </a:p>
          <a:p>
            <a:endParaRPr kumimoji="1" lang="ja-JP" altLang="en-US" dirty="0"/>
          </a:p>
        </p:txBody>
      </p:sp>
      <p:sp>
        <p:nvSpPr>
          <p:cNvPr id="4" name="スライド番号プレースホルダー 3"/>
          <p:cNvSpPr>
            <a:spLocks noGrp="1"/>
          </p:cNvSpPr>
          <p:nvPr>
            <p:ph type="sldNum" sz="quarter" idx="5"/>
          </p:nvPr>
        </p:nvSpPr>
        <p:spPr/>
        <p:txBody>
          <a:bodyPr/>
          <a:lstStyle/>
          <a:p>
            <a:fld id="{9143D1D0-CA17-4BE3-A45F-DD70E1B8CA55}" type="slidenum">
              <a:rPr kumimoji="1" lang="ja-JP" altLang="en-US" smtClean="0"/>
              <a:t>19</a:t>
            </a:fld>
            <a:endParaRPr kumimoji="1" lang="ja-JP" altLang="en-US"/>
          </a:p>
        </p:txBody>
      </p:sp>
    </p:spTree>
    <p:extLst>
      <p:ext uri="{BB962C8B-B14F-4D97-AF65-F5344CB8AC3E}">
        <p14:creationId xmlns:p14="http://schemas.microsoft.com/office/powerpoint/2010/main" val="1233435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 do not show unless a question needs it.
(JP) B1 結果表 / B2 特徴量ツリー / B3 AICc回帰 / B4 チーム別コーディング / B5 全dyadicモデル / B6 Groundhog Day 対比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18 won overall; team 8 was the strongest attacker (121.13); teams 14, 17, 22 and 24 were the vulnerable ones.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exactly did you code the approaches'.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'did the multivariate analysis agree' and 'why did optimization drop out'.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'which team did what'. Same table is in the paper's appendix and in the public repository.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anyone who wants the coefficient decomposition behind the H2-1 chart, or the H2-2 specifications.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Groundhog Day question is the one this audience is most likely to ask.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E78F6-3854-70BF-22F8-1C7FB5C1D1E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5C573E2-EC48-552A-0417-3DD02E09F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4826EA3-39FE-00BA-47B2-0A9CA06FCDD3}"/>
              </a:ext>
            </a:extLst>
          </p:cNvPr>
          <p:cNvSpPr>
            <a:spLocks noGrp="1"/>
          </p:cNvSpPr>
          <p:nvPr>
            <p:ph type="dt" sz="half" idx="10"/>
          </p:nvPr>
        </p:nvSpPr>
        <p:spPr/>
        <p:txBody>
          <a:bodyPr/>
          <a:lstStyle/>
          <a:p>
            <a:fld id="{E6B21A47-5055-4D98-965C-F30C896E4D53}" type="datetime1">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9B0B2485-9080-0044-12DD-D6D746BB55F2}"/>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6" name="スライド番号プレースホルダー 5">
            <a:extLst>
              <a:ext uri="{FF2B5EF4-FFF2-40B4-BE49-F238E27FC236}">
                <a16:creationId xmlns:a16="http://schemas.microsoft.com/office/drawing/2014/main" id="{67421D35-4F82-5487-E7A5-22C622F4C6CE}"/>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3970430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C2C17-F1D3-419E-7635-DBA34C03D57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2D75AD3-E99B-2EFD-87D1-3EA7A5DB5E8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9D07D87-492E-2CA1-BF2D-D3BE18C521DE}"/>
              </a:ext>
            </a:extLst>
          </p:cNvPr>
          <p:cNvSpPr>
            <a:spLocks noGrp="1"/>
          </p:cNvSpPr>
          <p:nvPr>
            <p:ph type="dt" sz="half" idx="10"/>
          </p:nvPr>
        </p:nvSpPr>
        <p:spPr/>
        <p:txBody>
          <a:bodyPr/>
          <a:lstStyle/>
          <a:p>
            <a:fld id="{6B6171A9-4894-4D25-875A-1E1F9B056BC2}" type="datetime1">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69DCBDE3-7004-E528-63BC-7D89DB243ACC}"/>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6" name="スライド番号プレースホルダー 5">
            <a:extLst>
              <a:ext uri="{FF2B5EF4-FFF2-40B4-BE49-F238E27FC236}">
                <a16:creationId xmlns:a16="http://schemas.microsoft.com/office/drawing/2014/main" id="{F75A876D-F3FC-7DFF-D6CD-5DBDAE74D1AD}"/>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560009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D74702-EE90-DB46-2372-FCBD5DBF6B5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18DE479-6F4D-ECD1-ECD4-92E282D686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9C476D7-E9FC-E46F-ADF3-88E02FF612EE}"/>
              </a:ext>
            </a:extLst>
          </p:cNvPr>
          <p:cNvSpPr>
            <a:spLocks noGrp="1"/>
          </p:cNvSpPr>
          <p:nvPr>
            <p:ph type="dt" sz="half" idx="10"/>
          </p:nvPr>
        </p:nvSpPr>
        <p:spPr/>
        <p:txBody>
          <a:bodyPr/>
          <a:lstStyle/>
          <a:p>
            <a:fld id="{8D672EC2-6F90-4B83-AE30-263E171A4A80}" type="datetime1">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75BEB9BF-D200-136B-F059-324F3E6781AB}"/>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6" name="スライド番号プレースホルダー 5">
            <a:extLst>
              <a:ext uri="{FF2B5EF4-FFF2-40B4-BE49-F238E27FC236}">
                <a16:creationId xmlns:a16="http://schemas.microsoft.com/office/drawing/2014/main" id="{460777A9-7061-C6AF-BA7B-C2B78E88FBEC}"/>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41888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891CA1-9BFF-E764-4833-94DA2195659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34C176C-E2A5-9587-19CB-5692787487E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058C581-383E-7C99-5315-2801071328B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136AD93-B5CB-B225-6EB7-61BCCE146329}"/>
              </a:ext>
            </a:extLst>
          </p:cNvPr>
          <p:cNvSpPr>
            <a:spLocks noGrp="1"/>
          </p:cNvSpPr>
          <p:nvPr>
            <p:ph type="dt" sz="half" idx="10"/>
          </p:nvPr>
        </p:nvSpPr>
        <p:spPr/>
        <p:txBody>
          <a:bodyPr/>
          <a:lstStyle/>
          <a:p>
            <a:fld id="{DD20BCA2-53DB-48B9-AC34-77BF36FABC32}" type="datetime1">
              <a:rPr kumimoji="1" lang="ja-JP" altLang="en-US" smtClean="0"/>
              <a:t>2026/9/25</a:t>
            </a:fld>
            <a:endParaRPr kumimoji="1" lang="ja-JP" altLang="en-US"/>
          </a:p>
        </p:txBody>
      </p:sp>
      <p:sp>
        <p:nvSpPr>
          <p:cNvPr id="6" name="フッター プレースホルダー 5">
            <a:extLst>
              <a:ext uri="{FF2B5EF4-FFF2-40B4-BE49-F238E27FC236}">
                <a16:creationId xmlns:a16="http://schemas.microsoft.com/office/drawing/2014/main" id="{FDD67D7D-1BA3-1CDF-5185-CE4EB06395DF}"/>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7" name="スライド番号プレースホルダー 6">
            <a:extLst>
              <a:ext uri="{FF2B5EF4-FFF2-40B4-BE49-F238E27FC236}">
                <a16:creationId xmlns:a16="http://schemas.microsoft.com/office/drawing/2014/main" id="{FE790315-6AA5-21A2-C8F2-125D75DA30A3}"/>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1789813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BFE376-17DF-408E-24F0-05B2D0170F7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14B1D9E-8FE1-DAD3-9D3F-D1A310ACC9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8316C40-E88D-78D9-5FC1-012BC3EB33F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CF97F15-8D54-6EAB-AD18-007FCB239B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7B4147B-DCFD-16A2-D796-4772ADEDA14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C60E164-8730-B5F1-3C95-A3B587486D14}"/>
              </a:ext>
            </a:extLst>
          </p:cNvPr>
          <p:cNvSpPr>
            <a:spLocks noGrp="1"/>
          </p:cNvSpPr>
          <p:nvPr>
            <p:ph type="dt" sz="half" idx="10"/>
          </p:nvPr>
        </p:nvSpPr>
        <p:spPr/>
        <p:txBody>
          <a:bodyPr/>
          <a:lstStyle/>
          <a:p>
            <a:fld id="{C2D98E6A-FA1E-43B9-8CA8-E6D6BEE4649A}" type="datetime1">
              <a:rPr kumimoji="1" lang="ja-JP" altLang="en-US" smtClean="0"/>
              <a:t>2026/9/25</a:t>
            </a:fld>
            <a:endParaRPr kumimoji="1" lang="ja-JP" altLang="en-US"/>
          </a:p>
        </p:txBody>
      </p:sp>
      <p:sp>
        <p:nvSpPr>
          <p:cNvPr id="8" name="フッター プレースホルダー 7">
            <a:extLst>
              <a:ext uri="{FF2B5EF4-FFF2-40B4-BE49-F238E27FC236}">
                <a16:creationId xmlns:a16="http://schemas.microsoft.com/office/drawing/2014/main" id="{893C88A1-E7DC-4D39-8246-3D99CD7FE677}"/>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9" name="スライド番号プレースホルダー 8">
            <a:extLst>
              <a:ext uri="{FF2B5EF4-FFF2-40B4-BE49-F238E27FC236}">
                <a16:creationId xmlns:a16="http://schemas.microsoft.com/office/drawing/2014/main" id="{7A218B57-C198-FBA7-4B0E-20C2A4F666C7}"/>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794118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342E6B-A896-9D67-B40B-FDFA043F86E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83C4141-2237-C24A-9B8A-0FD6E2D5213D}"/>
              </a:ext>
            </a:extLst>
          </p:cNvPr>
          <p:cNvSpPr>
            <a:spLocks noGrp="1"/>
          </p:cNvSpPr>
          <p:nvPr>
            <p:ph type="dt" sz="half" idx="10"/>
          </p:nvPr>
        </p:nvSpPr>
        <p:spPr/>
        <p:txBody>
          <a:bodyPr/>
          <a:lstStyle/>
          <a:p>
            <a:fld id="{95B7C843-CABF-4AC2-92F1-39E1114A81A0}" type="datetime1">
              <a:rPr kumimoji="1" lang="ja-JP" altLang="en-US" smtClean="0"/>
              <a:t>2026/9/25</a:t>
            </a:fld>
            <a:endParaRPr kumimoji="1" lang="ja-JP" altLang="en-US"/>
          </a:p>
        </p:txBody>
      </p:sp>
      <p:sp>
        <p:nvSpPr>
          <p:cNvPr id="4" name="フッター プレースホルダー 3">
            <a:extLst>
              <a:ext uri="{FF2B5EF4-FFF2-40B4-BE49-F238E27FC236}">
                <a16:creationId xmlns:a16="http://schemas.microsoft.com/office/drawing/2014/main" id="{E9DBA425-9371-CC1D-AEAF-FF8C9C3639CE}"/>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187435EB-AAB8-CB7A-DC6C-311C80F188C6}"/>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2840858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CDDE907-F964-F32E-3677-677D48EAE6A6}"/>
              </a:ext>
            </a:extLst>
          </p:cNvPr>
          <p:cNvSpPr>
            <a:spLocks noGrp="1"/>
          </p:cNvSpPr>
          <p:nvPr>
            <p:ph type="dt" sz="half" idx="10"/>
          </p:nvPr>
        </p:nvSpPr>
        <p:spPr/>
        <p:txBody>
          <a:bodyPr/>
          <a:lstStyle/>
          <a:p>
            <a:fld id="{3C9DA065-964E-4CE5-8ABD-23E0A14616D1}" type="datetime1">
              <a:rPr kumimoji="1" lang="ja-JP" altLang="en-US" smtClean="0"/>
              <a:t>2026/9/25</a:t>
            </a:fld>
            <a:endParaRPr kumimoji="1" lang="ja-JP" altLang="en-US"/>
          </a:p>
        </p:txBody>
      </p:sp>
      <p:sp>
        <p:nvSpPr>
          <p:cNvPr id="3" name="フッター プレースホルダー 2">
            <a:extLst>
              <a:ext uri="{FF2B5EF4-FFF2-40B4-BE49-F238E27FC236}">
                <a16:creationId xmlns:a16="http://schemas.microsoft.com/office/drawing/2014/main" id="{18E634DE-DB2C-A46B-E731-E695EBAA2CEF}"/>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4" name="スライド番号プレースホルダー 3">
            <a:extLst>
              <a:ext uri="{FF2B5EF4-FFF2-40B4-BE49-F238E27FC236}">
                <a16:creationId xmlns:a16="http://schemas.microsoft.com/office/drawing/2014/main" id="{A694D580-DF1A-1A1E-6EEF-BE2BC75E32EB}"/>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2405376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50CDF6-008C-DADE-96DD-FFDEBDD2127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EC1618-00C3-E41E-7290-84E8264925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DF4BA89-9824-3DC1-0D76-15906DE47D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54EC0AA-1176-1549-1EEB-4BFD6D2BA5F7}"/>
              </a:ext>
            </a:extLst>
          </p:cNvPr>
          <p:cNvSpPr>
            <a:spLocks noGrp="1"/>
          </p:cNvSpPr>
          <p:nvPr>
            <p:ph type="dt" sz="half" idx="10"/>
          </p:nvPr>
        </p:nvSpPr>
        <p:spPr/>
        <p:txBody>
          <a:bodyPr/>
          <a:lstStyle/>
          <a:p>
            <a:fld id="{F7FDF076-54F5-427C-9498-7D57BC66AF77}" type="datetime1">
              <a:rPr kumimoji="1" lang="ja-JP" altLang="en-US" smtClean="0"/>
              <a:t>2026/9/25</a:t>
            </a:fld>
            <a:endParaRPr kumimoji="1" lang="ja-JP" altLang="en-US"/>
          </a:p>
        </p:txBody>
      </p:sp>
      <p:sp>
        <p:nvSpPr>
          <p:cNvPr id="6" name="フッター プレースホルダー 5">
            <a:extLst>
              <a:ext uri="{FF2B5EF4-FFF2-40B4-BE49-F238E27FC236}">
                <a16:creationId xmlns:a16="http://schemas.microsoft.com/office/drawing/2014/main" id="{3E4E8635-3D66-53F4-E04D-5A534B98A2F8}"/>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7" name="スライド番号プレースホルダー 6">
            <a:extLst>
              <a:ext uri="{FF2B5EF4-FFF2-40B4-BE49-F238E27FC236}">
                <a16:creationId xmlns:a16="http://schemas.microsoft.com/office/drawing/2014/main" id="{BD6C3449-B6E7-C466-C0F3-9888C5E632A3}"/>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687062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F229F2-61C6-C5A3-FF2D-E29EA099834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95E8CD5-7477-3F7D-9FE4-EC185867F2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9429B14-DDBB-AD25-6243-1687697852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31189A7-D9CE-EADE-D27A-8C0586FAD8B0}"/>
              </a:ext>
            </a:extLst>
          </p:cNvPr>
          <p:cNvSpPr>
            <a:spLocks noGrp="1"/>
          </p:cNvSpPr>
          <p:nvPr>
            <p:ph type="dt" sz="half" idx="10"/>
          </p:nvPr>
        </p:nvSpPr>
        <p:spPr/>
        <p:txBody>
          <a:bodyPr/>
          <a:lstStyle/>
          <a:p>
            <a:fld id="{619C84E5-6E12-4738-9017-FB2A0D8E279F}" type="datetime1">
              <a:rPr kumimoji="1" lang="ja-JP" altLang="en-US" smtClean="0"/>
              <a:t>2026/9/25</a:t>
            </a:fld>
            <a:endParaRPr kumimoji="1" lang="ja-JP" altLang="en-US"/>
          </a:p>
        </p:txBody>
      </p:sp>
      <p:sp>
        <p:nvSpPr>
          <p:cNvPr id="6" name="フッター プレースホルダー 5">
            <a:extLst>
              <a:ext uri="{FF2B5EF4-FFF2-40B4-BE49-F238E27FC236}">
                <a16:creationId xmlns:a16="http://schemas.microsoft.com/office/drawing/2014/main" id="{09CE39E8-E1AD-910D-3609-515BBEBD4A14}"/>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7" name="スライド番号プレースホルダー 6">
            <a:extLst>
              <a:ext uri="{FF2B5EF4-FFF2-40B4-BE49-F238E27FC236}">
                <a16:creationId xmlns:a16="http://schemas.microsoft.com/office/drawing/2014/main" id="{2D431E8A-CF97-2474-1DEA-FBCD7FC4A7EE}"/>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3368917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83A20-1431-BCB4-3FCD-DE651AC260B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3435E7D-3DCE-6E30-8FD5-9BDEA28EE86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50A69F-C310-290D-AD84-DF2EAB398AC1}"/>
              </a:ext>
            </a:extLst>
          </p:cNvPr>
          <p:cNvSpPr>
            <a:spLocks noGrp="1"/>
          </p:cNvSpPr>
          <p:nvPr>
            <p:ph type="dt" sz="half" idx="10"/>
          </p:nvPr>
        </p:nvSpPr>
        <p:spPr/>
        <p:txBody>
          <a:bodyPr/>
          <a:lstStyle/>
          <a:p>
            <a:fld id="{9F108F01-8589-48E0-A2BE-EDC67450BBA4}" type="datetime1">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676C6194-AC24-C341-C511-72748C0D4092}"/>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6" name="スライド番号プレースホルダー 5">
            <a:extLst>
              <a:ext uri="{FF2B5EF4-FFF2-40B4-BE49-F238E27FC236}">
                <a16:creationId xmlns:a16="http://schemas.microsoft.com/office/drawing/2014/main" id="{0D49DB55-FFB5-837C-DA30-1744A69798D4}"/>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2160515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27372BB-2FF2-EF68-7063-FAE1A95FE7F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DEB2D33-EE11-30C9-3012-0E49978A639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A435BC-E402-BB04-584E-3B67716D2549}"/>
              </a:ext>
            </a:extLst>
          </p:cNvPr>
          <p:cNvSpPr>
            <a:spLocks noGrp="1"/>
          </p:cNvSpPr>
          <p:nvPr>
            <p:ph type="dt" sz="half" idx="10"/>
          </p:nvPr>
        </p:nvSpPr>
        <p:spPr/>
        <p:txBody>
          <a:bodyPr/>
          <a:lstStyle/>
          <a:p>
            <a:fld id="{7AF3B7DB-BAD2-4A58-9D80-320AF635F12A}" type="datetime1">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5CBB1608-70C7-40F2-9D3C-4C8BE7D3CC3D}"/>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6" name="スライド番号プレースホルダー 5">
            <a:extLst>
              <a:ext uri="{FF2B5EF4-FFF2-40B4-BE49-F238E27FC236}">
                <a16:creationId xmlns:a16="http://schemas.microsoft.com/office/drawing/2014/main" id="{B955004B-E5B1-EEBA-E3B9-F24E4815B758}"/>
              </a:ext>
            </a:extLst>
          </p:cNvPr>
          <p:cNvSpPr>
            <a:spLocks noGrp="1"/>
          </p:cNvSpPr>
          <p:nvPr>
            <p:ph type="sldNum" sz="quarter" idx="12"/>
          </p:nvPr>
        </p:nvSpPr>
        <p:spPr/>
        <p:txBody>
          <a:body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4179913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09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D4EFC2F-36FB-4699-12DA-C42B138649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F60FDE2-7791-6079-8BBF-76CA799F48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83C868-A222-6913-92C3-2467EC34E9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11F9A8-5D09-4F43-AF8D-1DF61D11473A}" type="datetime1">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B644A792-76C3-3724-D426-E9CA2454B6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it-IT" altLang="ja-JP"/>
              <a:t>Hinata Kikuchi kikuchih@ism.ac.jp - PSD 2026, Cadiz</a:t>
            </a:r>
            <a:endParaRPr kumimoji="1" lang="ja-JP" altLang="en-US"/>
          </a:p>
        </p:txBody>
      </p:sp>
      <p:sp>
        <p:nvSpPr>
          <p:cNvPr id="6" name="スライド番号プレースホルダー 5">
            <a:extLst>
              <a:ext uri="{FF2B5EF4-FFF2-40B4-BE49-F238E27FC236}">
                <a16:creationId xmlns:a16="http://schemas.microsoft.com/office/drawing/2014/main" id="{DE7E8E7F-D93F-BE84-C103-5AEAE775DC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177E0D-DEDB-4F71-BE70-957F7FD4B592}" type="slidenum">
              <a:rPr kumimoji="1" lang="ja-JP" altLang="en-US" smtClean="0"/>
              <a:t>‹#›</a:t>
            </a:fld>
            <a:endParaRPr kumimoji="1" lang="ja-JP" altLang="en-US"/>
          </a:p>
        </p:txBody>
      </p:sp>
    </p:spTree>
    <p:extLst>
      <p:ext uri="{BB962C8B-B14F-4D97-AF65-F5344CB8AC3E}">
        <p14:creationId xmlns:p14="http://schemas.microsoft.com/office/powerpoint/2010/main" val="36682756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kikuchih@ism.ac.j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3840F3-B2B1-20FB-4DEE-93BFEA935730}"/>
              </a:ext>
            </a:extLst>
          </p:cNvPr>
          <p:cNvSpPr>
            <a:spLocks noGrp="1"/>
          </p:cNvSpPr>
          <p:nvPr>
            <p:ph type="ctrTitle"/>
          </p:nvPr>
        </p:nvSpPr>
        <p:spPr/>
        <p:txBody>
          <a:bodyPr>
            <a:normAutofit/>
          </a:bodyPr>
          <a:lstStyle/>
          <a:p>
            <a:r>
              <a:rPr kumimoji="1" lang="en-US" altLang="ja-JP" sz="4800" dirty="0">
                <a:latin typeface="Georgia" panose="02040502050405020303" pitchFamily="18" charset="0"/>
              </a:rPr>
              <a:t>Patterns Without Source: </a:t>
            </a:r>
            <a:br>
              <a:rPr kumimoji="1" lang="en-US" altLang="ja-JP" sz="4800" dirty="0">
                <a:latin typeface="Georgia" panose="02040502050405020303" pitchFamily="18" charset="0"/>
              </a:rPr>
            </a:br>
            <a:r>
              <a:rPr kumimoji="1" lang="en-US" altLang="ja-JP" sz="4800" dirty="0">
                <a:latin typeface="Georgia" panose="02040502050405020303" pitchFamily="18" charset="0"/>
              </a:rPr>
              <a:t>A Meta-Analysis of PWS Cup </a:t>
            </a:r>
            <a:r>
              <a:rPr kumimoji="1" lang="en-US" altLang="ja-JP" sz="4800" dirty="0">
                <a:latin typeface="Calibri" panose="020F0502020204030204" pitchFamily="34" charset="0"/>
                <a:ea typeface="Calibri" panose="020F0502020204030204" pitchFamily="34" charset="0"/>
                <a:cs typeface="Calibri" panose="020F0502020204030204" pitchFamily="34" charset="0"/>
              </a:rPr>
              <a:t>2025</a:t>
            </a:r>
            <a:endParaRPr kumimoji="1" lang="ja-JP" altLang="en-US" sz="4800" dirty="0">
              <a:latin typeface="Calibri" panose="020F0502020204030204" pitchFamily="34" charset="0"/>
              <a:cs typeface="Calibri" panose="020F0502020204030204" pitchFamily="34" charset="0"/>
            </a:endParaRPr>
          </a:p>
        </p:txBody>
      </p:sp>
      <p:sp>
        <p:nvSpPr>
          <p:cNvPr id="3" name="字幕 2">
            <a:extLst>
              <a:ext uri="{FF2B5EF4-FFF2-40B4-BE49-F238E27FC236}">
                <a16:creationId xmlns:a16="http://schemas.microsoft.com/office/drawing/2014/main" id="{AA8A9268-A648-8634-AC24-0832483A2645}"/>
              </a:ext>
            </a:extLst>
          </p:cNvPr>
          <p:cNvSpPr>
            <a:spLocks noGrp="1"/>
          </p:cNvSpPr>
          <p:nvPr>
            <p:ph type="subTitle" idx="1"/>
          </p:nvPr>
        </p:nvSpPr>
        <p:spPr/>
        <p:txBody>
          <a:bodyPr/>
          <a:lstStyle/>
          <a:p>
            <a:r>
              <a:rPr kumimoji="1" lang="en-US" altLang="ja-JP" dirty="0"/>
              <a:t>Hinata Kikuchi  ·  Hajime Ono  ·  Kazuhiro Minami</a:t>
            </a:r>
          </a:p>
          <a:p>
            <a:r>
              <a:rPr kumimoji="1" lang="en-US" altLang="ja-JP" dirty="0"/>
              <a:t>Research Organization of Information and Systems  ·  Chuo University  ·  The Institute of Statistical Mathematics  ·  Kanazawa University</a:t>
            </a:r>
          </a:p>
          <a:p>
            <a:endParaRPr kumimoji="1" lang="ja-JP" altLang="en-US" dirty="0"/>
          </a:p>
        </p:txBody>
      </p:sp>
      <p:sp>
        <p:nvSpPr>
          <p:cNvPr id="8" name="Text 9">
            <a:extLst>
              <a:ext uri="{FF2B5EF4-FFF2-40B4-BE49-F238E27FC236}">
                <a16:creationId xmlns:a16="http://schemas.microsoft.com/office/drawing/2014/main" id="{A5A7228D-01C5-6A7F-2769-45307FE05F3D}"/>
              </a:ext>
            </a:extLst>
          </p:cNvPr>
          <p:cNvSpPr txBox="1">
            <a:spLocks noGrp="1"/>
          </p:cNvSpPr>
          <p:nvPr>
            <p:ph type="ftr" sz="quarter" idx="11"/>
          </p:nvPr>
        </p:nvSpPr>
        <p:spPr>
          <a:prstGeom prst="rect">
            <a:avLst/>
          </a:prstGeom>
          <a:noFill/>
          <a:ln/>
        </p:spPr>
        <p:txBody>
          <a:bodyPr wrap="square" lIns="0" tIns="0" rIns="0" bIns="0" rtlCol="0" anchor="ctr"/>
          <a:lstStyle/>
          <a:p>
            <a:r>
              <a:rPr lang="en-US" sz="900" dirty="0">
                <a:solidFill>
                  <a:srgbClr val="5E7480"/>
                </a:solidFill>
                <a:latin typeface="Calibri" pitchFamily="34" charset="0"/>
                <a:ea typeface="Calibri" pitchFamily="34" charset="-122"/>
                <a:cs typeface="Calibri" pitchFamily="34" charset="-120"/>
              </a:rPr>
              <a:t>Hinata Kikuchi </a:t>
            </a:r>
            <a:r>
              <a:rPr lang="en-US" sz="900" dirty="0">
                <a:solidFill>
                  <a:srgbClr val="5E7480"/>
                </a:solidFill>
                <a:latin typeface="Calibri" pitchFamily="34" charset="0"/>
                <a:ea typeface="Calibri" pitchFamily="34" charset="-122"/>
                <a:cs typeface="Calibri" pitchFamily="34" charset="-120"/>
                <a:hlinkClick r:id="rId3"/>
              </a:rPr>
              <a:t>kikuchih@ism.ac.jp</a:t>
            </a:r>
            <a:r>
              <a:rPr lang="en-US" sz="900" dirty="0">
                <a:solidFill>
                  <a:srgbClr val="5E7480"/>
                </a:solidFill>
                <a:latin typeface="Calibri" pitchFamily="34" charset="0"/>
                <a:ea typeface="Calibri" pitchFamily="34" charset="-122"/>
                <a:cs typeface="Calibri" pitchFamily="34" charset="-120"/>
              </a:rPr>
              <a:t> - </a:t>
            </a:r>
            <a:r>
              <a:rPr lang="en-US" altLang="ja-JP" sz="900" dirty="0">
                <a:solidFill>
                  <a:srgbClr val="5E7480"/>
                </a:solidFill>
                <a:latin typeface="Calibri" pitchFamily="34" charset="0"/>
                <a:ea typeface="Calibri" pitchFamily="34" charset="-122"/>
                <a:cs typeface="Calibri" pitchFamily="34" charset="-120"/>
              </a:rPr>
              <a:t>PSD 2026, Cadiz</a:t>
            </a:r>
            <a:endParaRPr lang="en-US" sz="900" dirty="0"/>
          </a:p>
        </p:txBody>
      </p:sp>
      <p:sp>
        <p:nvSpPr>
          <p:cNvPr id="9" name="スライド番号プレースホルダー 8">
            <a:extLst>
              <a:ext uri="{FF2B5EF4-FFF2-40B4-BE49-F238E27FC236}">
                <a16:creationId xmlns:a16="http://schemas.microsoft.com/office/drawing/2014/main" id="{0E0CC8B1-382C-1271-8C43-0A175C2F9816}"/>
              </a:ext>
            </a:extLst>
          </p:cNvPr>
          <p:cNvSpPr>
            <a:spLocks noGrp="1"/>
          </p:cNvSpPr>
          <p:nvPr>
            <p:ph type="sldNum" sz="quarter" idx="12"/>
          </p:nvPr>
        </p:nvSpPr>
        <p:spPr/>
        <p:txBody>
          <a:bodyPr/>
          <a:lstStyle/>
          <a:p>
            <a:fld id="{23177E0D-DEDB-4F71-BE70-957F7FD4B592}" type="slidenum">
              <a:rPr kumimoji="1" lang="ja-JP" altLang="en-US" smtClean="0"/>
              <a:t>1</a:t>
            </a:fld>
            <a:endParaRPr kumimoji="1" lang="ja-JP" altLang="en-US"/>
          </a:p>
        </p:txBody>
      </p:sp>
    </p:spTree>
    <p:extLst>
      <p:ext uri="{BB962C8B-B14F-4D97-AF65-F5344CB8AC3E}">
        <p14:creationId xmlns:p14="http://schemas.microsoft.com/office/powerpoint/2010/main" val="639029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35BB47-4ED5-28F1-1812-1DE91808DE93}"/>
              </a:ext>
            </a:extLst>
          </p:cNvPr>
          <p:cNvSpPr>
            <a:spLocks noGrp="1"/>
          </p:cNvSpPr>
          <p:nvPr>
            <p:ph type="title"/>
          </p:nvPr>
        </p:nvSpPr>
        <p:spPr>
          <a:xfrm>
            <a:off x="838200" y="114148"/>
            <a:ext cx="10515600" cy="1325563"/>
          </a:xfrm>
        </p:spPr>
        <p:txBody>
          <a:bodyPr>
            <a:normAutofit/>
          </a:bodyPr>
          <a:lstStyle/>
          <a:p>
            <a:r>
              <a:rPr lang="en-US" altLang="ja-JP" sz="3200" b="1" dirty="0">
                <a:solidFill>
                  <a:srgbClr val="14212B"/>
                </a:solidFill>
                <a:latin typeface="Georgia" pitchFamily="34" charset="0"/>
                <a:ea typeface="Georgia" pitchFamily="34" charset="-122"/>
                <a:cs typeface="Georgia" pitchFamily="34" charset="-120"/>
              </a:rPr>
              <a:t>Netflix Prize shows the tension in data disclosure</a:t>
            </a:r>
            <a:endParaRPr lang="en-US" altLang="ja-JP" sz="3200" dirty="0"/>
          </a:p>
        </p:txBody>
      </p:sp>
      <p:sp>
        <p:nvSpPr>
          <p:cNvPr id="4" name="フッター プレースホルダー 3">
            <a:extLst>
              <a:ext uri="{FF2B5EF4-FFF2-40B4-BE49-F238E27FC236}">
                <a16:creationId xmlns:a16="http://schemas.microsoft.com/office/drawing/2014/main" id="{8D0FA02A-B0FD-53EC-4704-36F2928A0209}"/>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AC522478-8BED-DA47-6BA3-BDE3351A89D4}"/>
              </a:ext>
            </a:extLst>
          </p:cNvPr>
          <p:cNvSpPr>
            <a:spLocks noGrp="1"/>
          </p:cNvSpPr>
          <p:nvPr>
            <p:ph type="sldNum" sz="quarter" idx="12"/>
          </p:nvPr>
        </p:nvSpPr>
        <p:spPr/>
        <p:txBody>
          <a:bodyPr/>
          <a:lstStyle/>
          <a:p>
            <a:fld id="{23177E0D-DEDB-4F71-BE70-957F7FD4B592}" type="slidenum">
              <a:rPr kumimoji="1" lang="ja-JP" altLang="en-US" smtClean="0"/>
              <a:t>2</a:t>
            </a:fld>
            <a:endParaRPr kumimoji="1" lang="ja-JP" altLang="en-US"/>
          </a:p>
        </p:txBody>
      </p:sp>
      <p:sp>
        <p:nvSpPr>
          <p:cNvPr id="19" name="Text 2">
            <a:extLst>
              <a:ext uri="{FF2B5EF4-FFF2-40B4-BE49-F238E27FC236}">
                <a16:creationId xmlns:a16="http://schemas.microsoft.com/office/drawing/2014/main" id="{B98DB963-F5A6-633C-6EF0-A65626935196}"/>
              </a:ext>
            </a:extLst>
          </p:cNvPr>
          <p:cNvSpPr/>
          <p:nvPr/>
        </p:nvSpPr>
        <p:spPr>
          <a:xfrm>
            <a:off x="570186" y="1125392"/>
            <a:ext cx="2066967" cy="1395248"/>
          </a:xfrm>
          <a:prstGeom prst="roundRect">
            <a:avLst>
              <a:gd name="adj" fmla="val 7273"/>
            </a:avLst>
          </a:prstGeom>
          <a:solidFill>
            <a:srgbClr val="F8E7EA"/>
          </a:solidFill>
          <a:ln w="10160">
            <a:solidFill>
              <a:srgbClr val="F8E7EA">
                <a:alpha val="0"/>
              </a:srgbClr>
            </a:solidFill>
          </a:ln>
          <a:effectLst>
            <a:outerShdw blurRad="19050" dist="7620" dir="2700000" algn="bl" rotWithShape="0">
              <a:srgbClr val="000000">
                <a:alpha val="12000"/>
              </a:srgbClr>
            </a:outerShdw>
          </a:effectLst>
        </p:spPr>
        <p:txBody>
          <a:bodyPr wrap="square" lIns="762" tIns="762" rIns="762" bIns="762" rtlCol="0" anchor="ctr">
            <a:normAutofit/>
          </a:bodyPr>
          <a:lstStyle/>
          <a:p>
            <a:pPr marL="0" indent="0" algn="ctr">
              <a:buNone/>
            </a:pPr>
            <a:r>
              <a:rPr lang="en-US" sz="2400" b="1" dirty="0">
                <a:solidFill>
                  <a:srgbClr val="A11833"/>
                </a:solidFill>
                <a:latin typeface="Aptos" pitchFamily="34" charset="0"/>
                <a:ea typeface="Aptos" pitchFamily="34" charset="-122"/>
                <a:cs typeface="Aptos" pitchFamily="34" charset="-120"/>
              </a:rPr>
              <a:t>🎬</a:t>
            </a:r>
            <a:endParaRPr lang="en-US" sz="2400" dirty="0"/>
          </a:p>
          <a:p>
            <a:pPr marL="0" indent="0" algn="ctr">
              <a:buNone/>
            </a:pPr>
            <a:r>
              <a:rPr lang="en-US" sz="2400" b="1" dirty="0">
                <a:solidFill>
                  <a:srgbClr val="A11833"/>
                </a:solidFill>
                <a:latin typeface="Aptos" pitchFamily="34" charset="0"/>
                <a:ea typeface="Aptos" pitchFamily="34" charset="-122"/>
                <a:cs typeface="Aptos" pitchFamily="34" charset="-120"/>
              </a:rPr>
              <a:t>2006</a:t>
            </a:r>
            <a:endParaRPr lang="en-US" sz="2400" dirty="0"/>
          </a:p>
          <a:p>
            <a:pPr marL="0" indent="0" algn="ctr">
              <a:buNone/>
            </a:pPr>
            <a:r>
              <a:rPr lang="en-US" sz="2400" b="1" dirty="0">
                <a:solidFill>
                  <a:srgbClr val="A11833"/>
                </a:solidFill>
                <a:latin typeface="Aptos" pitchFamily="34" charset="0"/>
                <a:ea typeface="Aptos" pitchFamily="34" charset="-122"/>
                <a:cs typeface="Aptos" pitchFamily="34" charset="-120"/>
              </a:rPr>
              <a:t>Netflix Prize</a:t>
            </a:r>
            <a:endParaRPr lang="en-US" sz="2400" dirty="0"/>
          </a:p>
        </p:txBody>
      </p:sp>
      <p:sp>
        <p:nvSpPr>
          <p:cNvPr id="23" name="Text 4">
            <a:extLst>
              <a:ext uri="{FF2B5EF4-FFF2-40B4-BE49-F238E27FC236}">
                <a16:creationId xmlns:a16="http://schemas.microsoft.com/office/drawing/2014/main" id="{EF6791CC-5AED-A436-1F44-FD023D654DAE}"/>
              </a:ext>
            </a:extLst>
          </p:cNvPr>
          <p:cNvSpPr/>
          <p:nvPr/>
        </p:nvSpPr>
        <p:spPr>
          <a:xfrm>
            <a:off x="2803490" y="2520640"/>
            <a:ext cx="2066967" cy="1395248"/>
          </a:xfrm>
          <a:prstGeom prst="roundRect">
            <a:avLst>
              <a:gd name="adj" fmla="val 7273"/>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762" tIns="762" rIns="762" bIns="762" rtlCol="0" anchor="ctr">
            <a:normAutofit/>
          </a:bodyPr>
          <a:lstStyle/>
          <a:p>
            <a:pPr algn="ctr"/>
            <a:r>
              <a:rPr lang="ja-JP" altLang="en-US" sz="2400" dirty="0">
                <a:solidFill>
                  <a:srgbClr val="14212B"/>
                </a:solidFill>
                <a:latin typeface="Aptos" pitchFamily="34" charset="0"/>
                <a:ea typeface="Aptos" pitchFamily="34" charset="-122"/>
                <a:cs typeface="Aptos" pitchFamily="34" charset="-120"/>
              </a:rPr>
              <a:t>⭐ ⭐ ⭐</a:t>
            </a:r>
            <a:endParaRPr lang="en-US" sz="2400" dirty="0"/>
          </a:p>
          <a:p>
            <a:pPr marL="0" indent="0" algn="ctr">
              <a:buNone/>
            </a:pPr>
            <a:r>
              <a:rPr lang="en-US" sz="2400" dirty="0">
                <a:solidFill>
                  <a:srgbClr val="14212B"/>
                </a:solidFill>
                <a:latin typeface="Aptos" pitchFamily="34" charset="0"/>
                <a:ea typeface="Aptos" pitchFamily="34" charset="-122"/>
                <a:cs typeface="Aptos" pitchFamily="34" charset="-120"/>
              </a:rPr>
              <a:t>Anonymized</a:t>
            </a:r>
            <a:endParaRPr lang="en-US" sz="2400" dirty="0"/>
          </a:p>
          <a:p>
            <a:pPr marL="0" indent="0" algn="ctr">
              <a:buNone/>
            </a:pPr>
            <a:r>
              <a:rPr lang="en-US" sz="2400" dirty="0">
                <a:solidFill>
                  <a:srgbClr val="14212B"/>
                </a:solidFill>
                <a:latin typeface="Aptos" pitchFamily="34" charset="0"/>
                <a:ea typeface="Aptos" pitchFamily="34" charset="-122"/>
                <a:cs typeface="Aptos" pitchFamily="34" charset="-120"/>
              </a:rPr>
              <a:t>movie ratings</a:t>
            </a:r>
            <a:endParaRPr lang="en-US" sz="2400" dirty="0"/>
          </a:p>
        </p:txBody>
      </p:sp>
      <p:sp>
        <p:nvSpPr>
          <p:cNvPr id="27" name="Text 6">
            <a:extLst>
              <a:ext uri="{FF2B5EF4-FFF2-40B4-BE49-F238E27FC236}">
                <a16:creationId xmlns:a16="http://schemas.microsoft.com/office/drawing/2014/main" id="{87BECD32-37AC-5526-A039-9FCC3767B6F4}"/>
              </a:ext>
            </a:extLst>
          </p:cNvPr>
          <p:cNvSpPr/>
          <p:nvPr/>
        </p:nvSpPr>
        <p:spPr>
          <a:xfrm>
            <a:off x="7356145" y="2553784"/>
            <a:ext cx="2066967" cy="1395248"/>
          </a:xfrm>
          <a:prstGeom prst="roundRect">
            <a:avLst>
              <a:gd name="adj" fmla="val 7273"/>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762" tIns="762" rIns="762" bIns="762" rtlCol="0" anchor="ctr">
            <a:normAutofit/>
          </a:bodyPr>
          <a:lstStyle/>
          <a:p>
            <a:pPr marL="0" indent="0" algn="ctr">
              <a:buNone/>
            </a:pPr>
            <a:r>
              <a:rPr lang="en-US" sz="2400" dirty="0">
                <a:solidFill>
                  <a:srgbClr val="14212B"/>
                </a:solidFill>
                <a:latin typeface="Aptos" pitchFamily="34" charset="0"/>
                <a:ea typeface="Aptos" pitchFamily="34" charset="-122"/>
                <a:cs typeface="Aptos" pitchFamily="34" charset="-120"/>
              </a:rPr>
              <a:t>🔗</a:t>
            </a:r>
            <a:endParaRPr lang="en-US" sz="2400" dirty="0"/>
          </a:p>
          <a:p>
            <a:pPr marL="0" indent="0" algn="ctr">
              <a:buNone/>
            </a:pPr>
            <a:r>
              <a:rPr lang="en-US" sz="2400" dirty="0">
                <a:solidFill>
                  <a:srgbClr val="14212B"/>
                </a:solidFill>
                <a:latin typeface="Aptos" pitchFamily="34" charset="0"/>
                <a:ea typeface="Aptos" pitchFamily="34" charset="-122"/>
                <a:cs typeface="Aptos" pitchFamily="34" charset="-120"/>
              </a:rPr>
              <a:t>Linked with</a:t>
            </a:r>
            <a:endParaRPr lang="en-US" sz="2400" dirty="0"/>
          </a:p>
          <a:p>
            <a:pPr marL="0" indent="0" algn="ctr">
              <a:buNone/>
            </a:pPr>
            <a:r>
              <a:rPr lang="en-US" sz="2400" dirty="0">
                <a:solidFill>
                  <a:srgbClr val="14212B"/>
                </a:solidFill>
                <a:latin typeface="Aptos" pitchFamily="34" charset="0"/>
                <a:ea typeface="Aptos" pitchFamily="34" charset="-122"/>
                <a:cs typeface="Aptos" pitchFamily="34" charset="-120"/>
              </a:rPr>
              <a:t>IMDb ratings</a:t>
            </a:r>
            <a:endParaRPr lang="en-US" sz="2400" dirty="0"/>
          </a:p>
        </p:txBody>
      </p:sp>
      <p:sp>
        <p:nvSpPr>
          <p:cNvPr id="31" name="Text 8">
            <a:extLst>
              <a:ext uri="{FF2B5EF4-FFF2-40B4-BE49-F238E27FC236}">
                <a16:creationId xmlns:a16="http://schemas.microsoft.com/office/drawing/2014/main" id="{2359A014-A780-1F89-60D3-7B377A6401BF}"/>
              </a:ext>
            </a:extLst>
          </p:cNvPr>
          <p:cNvSpPr/>
          <p:nvPr/>
        </p:nvSpPr>
        <p:spPr>
          <a:xfrm>
            <a:off x="5036795" y="1125392"/>
            <a:ext cx="2322526" cy="1395248"/>
          </a:xfrm>
          <a:prstGeom prst="roundRect">
            <a:avLst>
              <a:gd name="adj" fmla="val 7273"/>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762" tIns="762" rIns="762" bIns="762" rtlCol="0" anchor="ctr">
            <a:noAutofit/>
          </a:bodyPr>
          <a:lstStyle/>
          <a:p>
            <a:pPr marL="0" indent="0" algn="ctr">
              <a:buNone/>
            </a:pPr>
            <a:r>
              <a:rPr lang="en-US" sz="2400" dirty="0">
                <a:solidFill>
                  <a:srgbClr val="14212B"/>
                </a:solidFill>
                <a:latin typeface="Aptos" pitchFamily="34" charset="0"/>
                <a:ea typeface="Aptos" pitchFamily="34" charset="-122"/>
                <a:cs typeface="Aptos" pitchFamily="34" charset="-120"/>
              </a:rPr>
              <a:t>👤</a:t>
            </a:r>
            <a:endParaRPr lang="en-US" sz="2400" dirty="0"/>
          </a:p>
          <a:p>
            <a:pPr marL="0" indent="0" algn="ctr">
              <a:buNone/>
            </a:pPr>
            <a:r>
              <a:rPr lang="en-US" sz="2400" dirty="0">
                <a:solidFill>
                  <a:srgbClr val="14212B"/>
                </a:solidFill>
                <a:latin typeface="Aptos" pitchFamily="34" charset="0"/>
                <a:ea typeface="Aptos" pitchFamily="34" charset="-122"/>
                <a:cs typeface="Aptos" pitchFamily="34" charset="-120"/>
              </a:rPr>
              <a:t>Re-identification</a:t>
            </a:r>
            <a:endParaRPr lang="en-US" sz="2400" dirty="0"/>
          </a:p>
          <a:p>
            <a:pPr marL="0" indent="0" algn="ctr">
              <a:buNone/>
            </a:pPr>
            <a:r>
              <a:rPr lang="en-US" sz="2400" dirty="0">
                <a:solidFill>
                  <a:srgbClr val="14212B"/>
                </a:solidFill>
                <a:latin typeface="Aptos" pitchFamily="34" charset="0"/>
                <a:ea typeface="Aptos" pitchFamily="34" charset="-122"/>
                <a:cs typeface="Aptos" pitchFamily="34" charset="-120"/>
              </a:rPr>
              <a:t>risk shown</a:t>
            </a:r>
            <a:endParaRPr lang="en-US" sz="2400" dirty="0"/>
          </a:p>
        </p:txBody>
      </p:sp>
      <p:sp>
        <p:nvSpPr>
          <p:cNvPr id="35" name="Text 10">
            <a:extLst>
              <a:ext uri="{FF2B5EF4-FFF2-40B4-BE49-F238E27FC236}">
                <a16:creationId xmlns:a16="http://schemas.microsoft.com/office/drawing/2014/main" id="{A45F16C3-2CD8-4D58-47AC-EF7F2BC93B39}"/>
              </a:ext>
            </a:extLst>
          </p:cNvPr>
          <p:cNvSpPr/>
          <p:nvPr/>
        </p:nvSpPr>
        <p:spPr>
          <a:xfrm>
            <a:off x="9490949" y="1125392"/>
            <a:ext cx="2066967" cy="1395248"/>
          </a:xfrm>
          <a:prstGeom prst="roundRect">
            <a:avLst>
              <a:gd name="adj" fmla="val 7273"/>
            </a:avLst>
          </a:prstGeom>
          <a:solidFill>
            <a:srgbClr val="F8E7EA"/>
          </a:solidFill>
          <a:ln w="10160">
            <a:solidFill>
              <a:srgbClr val="F8E7EA">
                <a:alpha val="0"/>
              </a:srgbClr>
            </a:solidFill>
          </a:ln>
          <a:effectLst>
            <a:outerShdw blurRad="19050" dist="7620" dir="2700000" algn="bl" rotWithShape="0">
              <a:srgbClr val="000000">
                <a:alpha val="12000"/>
              </a:srgbClr>
            </a:outerShdw>
          </a:effectLst>
        </p:spPr>
        <p:txBody>
          <a:bodyPr wrap="square" lIns="762" tIns="762" rIns="762" bIns="762" rtlCol="0" anchor="ctr">
            <a:normAutofit/>
          </a:bodyPr>
          <a:lstStyle/>
          <a:p>
            <a:pPr marL="0" indent="0" algn="ctr">
              <a:buNone/>
            </a:pPr>
            <a:r>
              <a:rPr lang="en-US" sz="2400" b="1" dirty="0">
                <a:solidFill>
                  <a:srgbClr val="A11833"/>
                </a:solidFill>
                <a:latin typeface="Aptos" pitchFamily="34" charset="0"/>
                <a:ea typeface="Aptos" pitchFamily="34" charset="-122"/>
                <a:cs typeface="Aptos" pitchFamily="34" charset="-120"/>
              </a:rPr>
              <a:t>⏸</a:t>
            </a:r>
            <a:endParaRPr lang="en-US" sz="2400" dirty="0"/>
          </a:p>
          <a:p>
            <a:pPr marL="0" indent="0" algn="ctr">
              <a:buNone/>
            </a:pPr>
            <a:r>
              <a:rPr lang="en-US" sz="2400" b="1" dirty="0">
                <a:solidFill>
                  <a:srgbClr val="A11833"/>
                </a:solidFill>
                <a:latin typeface="Aptos" pitchFamily="34" charset="0"/>
                <a:ea typeface="Aptos" pitchFamily="34" charset="-122"/>
                <a:cs typeface="Aptos" pitchFamily="34" charset="-120"/>
              </a:rPr>
              <a:t>Prize 2</a:t>
            </a:r>
            <a:endParaRPr lang="en-US" sz="2400" dirty="0"/>
          </a:p>
          <a:p>
            <a:pPr marL="0" indent="0" algn="ctr">
              <a:buNone/>
            </a:pPr>
            <a:r>
              <a:rPr lang="en-US" sz="2400" b="1" dirty="0">
                <a:solidFill>
                  <a:srgbClr val="A11833"/>
                </a:solidFill>
                <a:latin typeface="Aptos" pitchFamily="34" charset="0"/>
                <a:ea typeface="Aptos" pitchFamily="34" charset="-122"/>
                <a:cs typeface="Aptos" pitchFamily="34" charset="-120"/>
              </a:rPr>
              <a:t>suspended</a:t>
            </a:r>
            <a:endParaRPr lang="en-US" sz="2400" dirty="0"/>
          </a:p>
        </p:txBody>
      </p:sp>
      <p:sp>
        <p:nvSpPr>
          <p:cNvPr id="37" name="Text 11">
            <a:extLst>
              <a:ext uri="{FF2B5EF4-FFF2-40B4-BE49-F238E27FC236}">
                <a16:creationId xmlns:a16="http://schemas.microsoft.com/office/drawing/2014/main" id="{2197FB01-4528-031A-15BF-F8DFE7DF6EDE}"/>
              </a:ext>
            </a:extLst>
          </p:cNvPr>
          <p:cNvSpPr/>
          <p:nvPr/>
        </p:nvSpPr>
        <p:spPr>
          <a:xfrm>
            <a:off x="1292776" y="4271428"/>
            <a:ext cx="10149840" cy="585216"/>
          </a:xfrm>
          <a:prstGeom prst="rect">
            <a:avLst/>
          </a:prstGeom>
          <a:noFill/>
          <a:ln/>
        </p:spPr>
        <p:txBody>
          <a:bodyPr wrap="square" lIns="254" tIns="254" rIns="254" bIns="254" rtlCol="0" anchor="ctr">
            <a:noAutofit/>
          </a:bodyPr>
          <a:lstStyle/>
          <a:p>
            <a:pPr marL="0" indent="0" algn="ctr">
              <a:buNone/>
            </a:pPr>
            <a:r>
              <a:rPr lang="en-US" sz="2400" b="1" dirty="0">
                <a:solidFill>
                  <a:srgbClr val="14212B"/>
                </a:solidFill>
                <a:latin typeface="Georgia" pitchFamily="34" charset="0"/>
                <a:ea typeface="Georgia" pitchFamily="34" charset="-122"/>
                <a:cs typeface="Georgia" pitchFamily="34" charset="-120"/>
              </a:rPr>
              <a:t>Detailed disclosure helps research — but disclosure itself can create privacy and organizational risks.</a:t>
            </a:r>
            <a:endParaRPr lang="en-US" sz="2400" dirty="0"/>
          </a:p>
        </p:txBody>
      </p:sp>
      <p:sp>
        <p:nvSpPr>
          <p:cNvPr id="39" name="Text 12">
            <a:extLst>
              <a:ext uri="{FF2B5EF4-FFF2-40B4-BE49-F238E27FC236}">
                <a16:creationId xmlns:a16="http://schemas.microsoft.com/office/drawing/2014/main" id="{16372EF6-12D5-533A-4F76-F9C87A62FEB7}"/>
              </a:ext>
            </a:extLst>
          </p:cNvPr>
          <p:cNvSpPr/>
          <p:nvPr/>
        </p:nvSpPr>
        <p:spPr>
          <a:xfrm>
            <a:off x="1473500" y="5968977"/>
            <a:ext cx="9326880" cy="201168"/>
          </a:xfrm>
          <a:prstGeom prst="rect">
            <a:avLst/>
          </a:prstGeom>
          <a:noFill/>
          <a:ln/>
        </p:spPr>
        <p:txBody>
          <a:bodyPr wrap="square" lIns="0" tIns="0" rIns="0" bIns="0" rtlCol="0" anchor="ctr"/>
          <a:lstStyle/>
          <a:p>
            <a:pPr marL="0" indent="0" algn="ctr">
              <a:buNone/>
            </a:pPr>
            <a:r>
              <a:rPr lang="en-US" dirty="0">
                <a:solidFill>
                  <a:srgbClr val="657481"/>
                </a:solidFill>
                <a:latin typeface="Aptos" pitchFamily="34" charset="0"/>
                <a:ea typeface="Aptos" pitchFamily="34" charset="-122"/>
                <a:cs typeface="Aptos" pitchFamily="34" charset="-120"/>
              </a:rPr>
              <a:t>Source: Narayanan &amp; Shmatikov (2006/2008); FTC closing letter to Netflix (2010).</a:t>
            </a:r>
            <a:endParaRPr lang="en-US" dirty="0"/>
          </a:p>
        </p:txBody>
      </p:sp>
      <p:sp>
        <p:nvSpPr>
          <p:cNvPr id="41" name="Text 13">
            <a:extLst>
              <a:ext uri="{FF2B5EF4-FFF2-40B4-BE49-F238E27FC236}">
                <a16:creationId xmlns:a16="http://schemas.microsoft.com/office/drawing/2014/main" id="{FE13BA67-30C1-4342-45AD-08D30AA30FF7}"/>
              </a:ext>
            </a:extLst>
          </p:cNvPr>
          <p:cNvSpPr/>
          <p:nvPr/>
        </p:nvSpPr>
        <p:spPr>
          <a:xfrm>
            <a:off x="2138596" y="5134517"/>
            <a:ext cx="8458200" cy="512064"/>
          </a:xfrm>
          <a:prstGeom prst="roundRect">
            <a:avLst>
              <a:gd name="adj" fmla="val 14286"/>
            </a:avLst>
          </a:prstGeom>
          <a:solidFill>
            <a:srgbClr val="F3F6F8"/>
          </a:solidFill>
          <a:ln w="10160">
            <a:solidFill>
              <a:srgbClr val="F3F6F8">
                <a:alpha val="0"/>
              </a:srgbClr>
            </a:solidFill>
          </a:ln>
        </p:spPr>
        <p:txBody>
          <a:bodyPr wrap="square" lIns="1016" tIns="1016" rIns="1016" bIns="1016" rtlCol="0" anchor="ctr">
            <a:normAutofit/>
          </a:bodyPr>
          <a:lstStyle/>
          <a:p>
            <a:pPr marL="0" indent="0" algn="ctr">
              <a:buNone/>
            </a:pPr>
            <a:r>
              <a:rPr lang="en-US" sz="2000" b="1" dirty="0">
                <a:solidFill>
                  <a:srgbClr val="14212B"/>
                </a:solidFill>
                <a:latin typeface="Aptos" pitchFamily="34" charset="0"/>
                <a:ea typeface="Aptos" pitchFamily="34" charset="-122"/>
                <a:cs typeface="Aptos" pitchFamily="34" charset="-120"/>
              </a:rPr>
              <a:t>What can researchers do when those details are simply not available?</a:t>
            </a:r>
            <a:endParaRPr lang="en-US" sz="2000" dirty="0"/>
          </a:p>
        </p:txBody>
      </p:sp>
      <p:sp>
        <p:nvSpPr>
          <p:cNvPr id="43" name="矢印: 折線 42">
            <a:extLst>
              <a:ext uri="{FF2B5EF4-FFF2-40B4-BE49-F238E27FC236}">
                <a16:creationId xmlns:a16="http://schemas.microsoft.com/office/drawing/2014/main" id="{A899DB30-9063-2D2D-34FE-7A2258027F8F}"/>
              </a:ext>
            </a:extLst>
          </p:cNvPr>
          <p:cNvSpPr/>
          <p:nvPr/>
        </p:nvSpPr>
        <p:spPr>
          <a:xfrm flipV="1">
            <a:off x="1473500" y="2645050"/>
            <a:ext cx="1246821" cy="783950"/>
          </a:xfrm>
          <a:prstGeom prst="bentArrow">
            <a:avLst>
              <a:gd name="adj1" fmla="val 25000"/>
              <a:gd name="adj2" fmla="val 25000"/>
              <a:gd name="adj3" fmla="val 25000"/>
              <a:gd name="adj4" fmla="val 459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5" name="矢印: 折線 44">
            <a:extLst>
              <a:ext uri="{FF2B5EF4-FFF2-40B4-BE49-F238E27FC236}">
                <a16:creationId xmlns:a16="http://schemas.microsoft.com/office/drawing/2014/main" id="{162805E2-209E-F5C3-1FED-77FC5891AE7D}"/>
              </a:ext>
            </a:extLst>
          </p:cNvPr>
          <p:cNvSpPr/>
          <p:nvPr/>
        </p:nvSpPr>
        <p:spPr>
          <a:xfrm flipV="1">
            <a:off x="6096000" y="2612084"/>
            <a:ext cx="1225545" cy="783950"/>
          </a:xfrm>
          <a:prstGeom prst="bentArrow">
            <a:avLst>
              <a:gd name="adj1" fmla="val 25000"/>
              <a:gd name="adj2" fmla="val 25000"/>
              <a:gd name="adj3" fmla="val 25000"/>
              <a:gd name="adj4" fmla="val 459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7" name="矢印: 折線 46">
            <a:extLst>
              <a:ext uri="{FF2B5EF4-FFF2-40B4-BE49-F238E27FC236}">
                <a16:creationId xmlns:a16="http://schemas.microsoft.com/office/drawing/2014/main" id="{3F9C0228-3375-4724-6A30-A1AB7AC9D7D0}"/>
              </a:ext>
            </a:extLst>
          </p:cNvPr>
          <p:cNvSpPr/>
          <p:nvPr/>
        </p:nvSpPr>
        <p:spPr>
          <a:xfrm>
            <a:off x="3779520" y="1650405"/>
            <a:ext cx="1257275" cy="783950"/>
          </a:xfrm>
          <a:prstGeom prst="bentArrow">
            <a:avLst>
              <a:gd name="adj1" fmla="val 25000"/>
              <a:gd name="adj2" fmla="val 25000"/>
              <a:gd name="adj3" fmla="val 25000"/>
              <a:gd name="adj4" fmla="val 459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9" name="矢印: 折線 48">
            <a:extLst>
              <a:ext uri="{FF2B5EF4-FFF2-40B4-BE49-F238E27FC236}">
                <a16:creationId xmlns:a16="http://schemas.microsoft.com/office/drawing/2014/main" id="{DF9AD526-F228-A23C-BF79-2E3C54EB9E1E}"/>
              </a:ext>
            </a:extLst>
          </p:cNvPr>
          <p:cNvSpPr/>
          <p:nvPr/>
        </p:nvSpPr>
        <p:spPr>
          <a:xfrm>
            <a:off x="8290560" y="1630898"/>
            <a:ext cx="1200389" cy="783950"/>
          </a:xfrm>
          <a:prstGeom prst="bentArrow">
            <a:avLst>
              <a:gd name="adj1" fmla="val 25000"/>
              <a:gd name="adj2" fmla="val 25000"/>
              <a:gd name="adj3" fmla="val 25000"/>
              <a:gd name="adj4" fmla="val 459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968460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A425BE-91B3-FFDC-6B6A-7ABBE803AA32}"/>
              </a:ext>
            </a:extLst>
          </p:cNvPr>
          <p:cNvSpPr>
            <a:spLocks noGrp="1"/>
          </p:cNvSpPr>
          <p:nvPr>
            <p:ph type="title"/>
          </p:nvPr>
        </p:nvSpPr>
        <p:spPr/>
        <p:txBody>
          <a:bodyPr/>
          <a:lstStyle/>
          <a:p>
            <a:r>
              <a:rPr lang="ja-JP" altLang="ja-JP" dirty="0"/>
              <a:t>寓話</a:t>
            </a:r>
            <a:endParaRPr kumimoji="1" lang="ja-JP" altLang="en-US" dirty="0"/>
          </a:p>
        </p:txBody>
      </p:sp>
      <p:sp>
        <p:nvSpPr>
          <p:cNvPr id="3" name="コンテンツ プレースホルダー 2">
            <a:extLst>
              <a:ext uri="{FF2B5EF4-FFF2-40B4-BE49-F238E27FC236}">
                <a16:creationId xmlns:a16="http://schemas.microsoft.com/office/drawing/2014/main" id="{FD95CF1D-BD66-652A-BA99-3F45B5643D73}"/>
              </a:ext>
            </a:extLst>
          </p:cNvPr>
          <p:cNvSpPr>
            <a:spLocks noGrp="1"/>
          </p:cNvSpPr>
          <p:nvPr>
            <p:ph idx="1"/>
          </p:nvPr>
        </p:nvSpPr>
        <p:spPr/>
        <p:txBody>
          <a:bodyPr>
            <a:normAutofit/>
          </a:bodyPr>
          <a:lstStyle/>
          <a:p>
            <a:r>
              <a:rPr lang="ja-JP" altLang="ja-JP" dirty="0"/>
              <a:t>最初にフックとして、寓話で、</a:t>
            </a:r>
          </a:p>
          <a:p>
            <a:r>
              <a:rPr lang="ja-JP" altLang="ja-JP" dirty="0"/>
              <a:t>「私たちは多くの場合に、詳細なデータを取得できない」という話をします。</a:t>
            </a:r>
          </a:p>
          <a:p>
            <a:r>
              <a:rPr lang="ja-JP" altLang="ja-JP" dirty="0"/>
              <a:t>匿名化手法および攻撃の文脈で、「実際に攻撃によって特定された、という事例を研究し、その研究成果を報告したところ、その匿名化手法を実施した企業の評判が下がり、大問題になってしまった研究者の話」をします。</a:t>
            </a:r>
          </a:p>
          <a:p>
            <a:endParaRPr kumimoji="1" lang="ja-JP" altLang="en-US" dirty="0"/>
          </a:p>
        </p:txBody>
      </p:sp>
      <p:sp>
        <p:nvSpPr>
          <p:cNvPr id="4" name="フッター プレースホルダー 3">
            <a:extLst>
              <a:ext uri="{FF2B5EF4-FFF2-40B4-BE49-F238E27FC236}">
                <a16:creationId xmlns:a16="http://schemas.microsoft.com/office/drawing/2014/main" id="{022D9A6E-E624-0D79-0CED-D50F6ABE3967}"/>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F2FE713A-1CB5-3CC8-91C3-4D70D5DB3978}"/>
              </a:ext>
            </a:extLst>
          </p:cNvPr>
          <p:cNvSpPr>
            <a:spLocks noGrp="1"/>
          </p:cNvSpPr>
          <p:nvPr>
            <p:ph type="sldNum" sz="quarter" idx="12"/>
          </p:nvPr>
        </p:nvSpPr>
        <p:spPr/>
        <p:txBody>
          <a:bodyPr/>
          <a:lstStyle/>
          <a:p>
            <a:fld id="{23177E0D-DEDB-4F71-BE70-957F7FD4B592}" type="slidenum">
              <a:rPr kumimoji="1" lang="ja-JP" altLang="en-US" smtClean="0"/>
              <a:t>3</a:t>
            </a:fld>
            <a:endParaRPr kumimoji="1" lang="ja-JP" altLang="en-US"/>
          </a:p>
        </p:txBody>
      </p:sp>
    </p:spTree>
    <p:extLst>
      <p:ext uri="{BB962C8B-B14F-4D97-AF65-F5344CB8AC3E}">
        <p14:creationId xmlns:p14="http://schemas.microsoft.com/office/powerpoint/2010/main" val="1103374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86F9E5-F6AE-F5A5-D355-78DD6A4278CA}"/>
              </a:ext>
            </a:extLst>
          </p:cNvPr>
          <p:cNvSpPr>
            <a:spLocks noGrp="1"/>
          </p:cNvSpPr>
          <p:nvPr>
            <p:ph type="title"/>
          </p:nvPr>
        </p:nvSpPr>
        <p:spPr/>
        <p:txBody>
          <a:bodyPr/>
          <a:lstStyle/>
          <a:p>
            <a:r>
              <a:rPr lang="ja-JP" altLang="ja-JP" dirty="0"/>
              <a:t>Fiction → real problem</a:t>
            </a:r>
            <a:endParaRPr kumimoji="1" lang="ja-JP" altLang="en-US" dirty="0"/>
          </a:p>
        </p:txBody>
      </p:sp>
      <p:sp>
        <p:nvSpPr>
          <p:cNvPr id="3" name="コンテンツ プレースホルダー 2">
            <a:extLst>
              <a:ext uri="{FF2B5EF4-FFF2-40B4-BE49-F238E27FC236}">
                <a16:creationId xmlns:a16="http://schemas.microsoft.com/office/drawing/2014/main" id="{69296BC9-FD8B-7FDD-FD6F-EF1F1EE69723}"/>
              </a:ext>
            </a:extLst>
          </p:cNvPr>
          <p:cNvSpPr>
            <a:spLocks noGrp="1"/>
          </p:cNvSpPr>
          <p:nvPr>
            <p:ph idx="1"/>
          </p:nvPr>
        </p:nvSpPr>
        <p:spPr/>
        <p:txBody>
          <a:bodyPr/>
          <a:lstStyle/>
          <a:p>
            <a:r>
              <a:rPr lang="ja-JP" altLang="ja-JP" dirty="0"/>
              <a:t>そのあと、「実際にはこんな事例は起きていないが、企業も研究者も、このようなリスクを考えて、重要な事例でも、匿名化・攻撃のアルゴリズムそのものが公開されることは稀だ」とつなげます。</a:t>
            </a:r>
          </a:p>
          <a:p>
            <a:r>
              <a:rPr lang="ja-JP" altLang="ja-JP" dirty="0"/>
              <a:t>「こんな状況でも、研究者としてはやはり重要な知見を得たいですよね？私たちはそれが実現可能なのか、PWSCUP2025という状況を使って検証してみました。」</a:t>
            </a:r>
          </a:p>
          <a:p>
            <a:r>
              <a:rPr lang="ja-JP" altLang="ja-JP" dirty="0"/>
              <a:t>とつなげます。</a:t>
            </a:r>
          </a:p>
          <a:p>
            <a:endParaRPr kumimoji="1" lang="ja-JP" altLang="en-US" dirty="0"/>
          </a:p>
        </p:txBody>
      </p:sp>
      <p:sp>
        <p:nvSpPr>
          <p:cNvPr id="4" name="フッター プレースホルダー 3">
            <a:extLst>
              <a:ext uri="{FF2B5EF4-FFF2-40B4-BE49-F238E27FC236}">
                <a16:creationId xmlns:a16="http://schemas.microsoft.com/office/drawing/2014/main" id="{56F20ACF-A1B5-A322-3DFB-7565665A7840}"/>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F0B696AE-85AA-87A0-21A0-DD8A13FBBF97}"/>
              </a:ext>
            </a:extLst>
          </p:cNvPr>
          <p:cNvSpPr>
            <a:spLocks noGrp="1"/>
          </p:cNvSpPr>
          <p:nvPr>
            <p:ph type="sldNum" sz="quarter" idx="12"/>
          </p:nvPr>
        </p:nvSpPr>
        <p:spPr/>
        <p:txBody>
          <a:bodyPr/>
          <a:lstStyle/>
          <a:p>
            <a:fld id="{23177E0D-DEDB-4F71-BE70-957F7FD4B592}" type="slidenum">
              <a:rPr kumimoji="1" lang="ja-JP" altLang="en-US" smtClean="0"/>
              <a:t>4</a:t>
            </a:fld>
            <a:endParaRPr kumimoji="1" lang="ja-JP" altLang="en-US"/>
          </a:p>
        </p:txBody>
      </p:sp>
    </p:spTree>
    <p:extLst>
      <p:ext uri="{BB962C8B-B14F-4D97-AF65-F5344CB8AC3E}">
        <p14:creationId xmlns:p14="http://schemas.microsoft.com/office/powerpoint/2010/main" val="1963722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6B2BD3-DD84-AB96-012D-AD4CD8264E2E}"/>
              </a:ext>
            </a:extLst>
          </p:cNvPr>
          <p:cNvSpPr>
            <a:spLocks noGrp="1"/>
          </p:cNvSpPr>
          <p:nvPr>
            <p:ph type="title"/>
          </p:nvPr>
        </p:nvSpPr>
        <p:spPr/>
        <p:txBody>
          <a:bodyPr/>
          <a:lstStyle/>
          <a:p>
            <a:r>
              <a:rPr lang="ja-JP" altLang="ja-JP" dirty="0"/>
              <a:t>Big Problem</a:t>
            </a:r>
            <a:endParaRPr kumimoji="1" lang="ja-JP" altLang="en-US" dirty="0"/>
          </a:p>
        </p:txBody>
      </p:sp>
      <p:sp>
        <p:nvSpPr>
          <p:cNvPr id="3" name="コンテンツ プレースホルダー 2">
            <a:extLst>
              <a:ext uri="{FF2B5EF4-FFF2-40B4-BE49-F238E27FC236}">
                <a16:creationId xmlns:a16="http://schemas.microsoft.com/office/drawing/2014/main" id="{2217F15C-BE19-D801-1458-97845727AF17}"/>
              </a:ext>
            </a:extLst>
          </p:cNvPr>
          <p:cNvSpPr>
            <a:spLocks noGrp="1"/>
          </p:cNvSpPr>
          <p:nvPr>
            <p:ph idx="1"/>
          </p:nvPr>
        </p:nvSpPr>
        <p:spPr/>
        <p:txBody>
          <a:bodyPr/>
          <a:lstStyle/>
          <a:p>
            <a:r>
              <a:rPr lang="ja-JP" altLang="ja-JP" dirty="0"/>
              <a:t>Big　Problemとして、</a:t>
            </a:r>
          </a:p>
          <a:p>
            <a:r>
              <a:rPr lang="ja-JP" altLang="ja-JP" dirty="0"/>
              <a:t>「詳細なアルゴリズムやソースコードが得られず、手法の大まかな類型と結果しか観測できないとき、それでもそこから意味のある知見を引き出せるのか。 」を置く。</a:t>
            </a:r>
          </a:p>
          <a:p>
            <a:endParaRPr kumimoji="1" lang="ja-JP" altLang="en-US" dirty="0"/>
          </a:p>
        </p:txBody>
      </p:sp>
      <p:sp>
        <p:nvSpPr>
          <p:cNvPr id="4" name="フッター プレースホルダー 3">
            <a:extLst>
              <a:ext uri="{FF2B5EF4-FFF2-40B4-BE49-F238E27FC236}">
                <a16:creationId xmlns:a16="http://schemas.microsoft.com/office/drawing/2014/main" id="{DCD5242E-5702-9C21-B3D7-89D9C93ACEEC}"/>
              </a:ext>
            </a:extLst>
          </p:cNvPr>
          <p:cNvSpPr>
            <a:spLocks noGrp="1"/>
          </p:cNvSpPr>
          <p:nvPr>
            <p:ph type="ftr" sz="quarter" idx="11"/>
          </p:nvPr>
        </p:nvSpPr>
        <p:spPr/>
        <p:txBody>
          <a:bodyPr/>
          <a:lstStyle/>
          <a:p>
            <a:r>
              <a:rPr kumimoji="1" lang="it-IT" altLang="ja-JP"/>
              <a:t>Hinata Kikuchi kikuchih@ism.ac.jp - PSD 2026, Cadiz</a:t>
            </a:r>
            <a:endParaRPr kumimoji="1" lang="ja-JP" altLang="en-US" dirty="0"/>
          </a:p>
        </p:txBody>
      </p:sp>
      <p:sp>
        <p:nvSpPr>
          <p:cNvPr id="5" name="スライド番号プレースホルダー 4">
            <a:extLst>
              <a:ext uri="{FF2B5EF4-FFF2-40B4-BE49-F238E27FC236}">
                <a16:creationId xmlns:a16="http://schemas.microsoft.com/office/drawing/2014/main" id="{D00A5A94-64E1-120F-FD54-9019EE6362F2}"/>
              </a:ext>
            </a:extLst>
          </p:cNvPr>
          <p:cNvSpPr>
            <a:spLocks noGrp="1"/>
          </p:cNvSpPr>
          <p:nvPr>
            <p:ph type="sldNum" sz="quarter" idx="12"/>
          </p:nvPr>
        </p:nvSpPr>
        <p:spPr/>
        <p:txBody>
          <a:bodyPr/>
          <a:lstStyle/>
          <a:p>
            <a:fld id="{23177E0D-DEDB-4F71-BE70-957F7FD4B592}" type="slidenum">
              <a:rPr kumimoji="1" lang="ja-JP" altLang="en-US" smtClean="0"/>
              <a:t>5</a:t>
            </a:fld>
            <a:endParaRPr kumimoji="1" lang="ja-JP" altLang="en-US"/>
          </a:p>
        </p:txBody>
      </p:sp>
    </p:spTree>
    <p:extLst>
      <p:ext uri="{BB962C8B-B14F-4D97-AF65-F5344CB8AC3E}">
        <p14:creationId xmlns:p14="http://schemas.microsoft.com/office/powerpoint/2010/main" val="3914103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9C37-0607-E9C9-1FCF-B16C070330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485154-1FA5-2210-6273-96D1D833F55D}"/>
              </a:ext>
            </a:extLst>
          </p:cNvPr>
          <p:cNvSpPr>
            <a:spLocks noGrp="1"/>
          </p:cNvSpPr>
          <p:nvPr>
            <p:ph type="title"/>
          </p:nvPr>
        </p:nvSpPr>
        <p:spPr>
          <a:xfrm>
            <a:off x="838200" y="57698"/>
            <a:ext cx="10515600" cy="1325563"/>
          </a:xfrm>
        </p:spPr>
        <p:txBody>
          <a:bodyPr>
            <a:normAutofit/>
          </a:bodyPr>
          <a:lstStyle/>
          <a:p>
            <a:r>
              <a:rPr lang="en-US" altLang="ja-JP" sz="3200" b="1" dirty="0">
                <a:solidFill>
                  <a:srgbClr val="14212B"/>
                </a:solidFill>
                <a:latin typeface="Georgia" pitchFamily="34" charset="0"/>
                <a:ea typeface="Georgia" pitchFamily="34" charset="-122"/>
                <a:cs typeface="Georgia" pitchFamily="34" charset="-120"/>
              </a:rPr>
              <a:t>We often see outcomes, not implementations</a:t>
            </a:r>
            <a:endParaRPr lang="en-US" altLang="ja-JP" sz="3200" dirty="0"/>
          </a:p>
        </p:txBody>
      </p:sp>
      <p:sp>
        <p:nvSpPr>
          <p:cNvPr id="4" name="フッター プレースホルダー 3">
            <a:extLst>
              <a:ext uri="{FF2B5EF4-FFF2-40B4-BE49-F238E27FC236}">
                <a16:creationId xmlns:a16="http://schemas.microsoft.com/office/drawing/2014/main" id="{BE5EED37-1075-FB69-2348-3F50D72A4CE0}"/>
              </a:ext>
            </a:extLst>
          </p:cNvPr>
          <p:cNvSpPr>
            <a:spLocks noGrp="1"/>
          </p:cNvSpPr>
          <p:nvPr>
            <p:ph type="ftr" sz="quarter" idx="11"/>
          </p:nvPr>
        </p:nvSpPr>
        <p:spPr/>
        <p:txBody>
          <a:bodyPr/>
          <a:lstStyle/>
          <a:p>
            <a:r>
              <a:rPr kumimoji="1" lang="it-IT" altLang="ja-JP"/>
              <a:t>Hinata Kikuchi kikuchih@ism.ac.jp - PSD 2026, Cadiz</a:t>
            </a:r>
            <a:endParaRPr kumimoji="1" lang="ja-JP" altLang="en-US" dirty="0"/>
          </a:p>
        </p:txBody>
      </p:sp>
      <p:sp>
        <p:nvSpPr>
          <p:cNvPr id="5" name="スライド番号プレースホルダー 4">
            <a:extLst>
              <a:ext uri="{FF2B5EF4-FFF2-40B4-BE49-F238E27FC236}">
                <a16:creationId xmlns:a16="http://schemas.microsoft.com/office/drawing/2014/main" id="{B4362DAC-46CF-F603-C14A-838FDF5923D1}"/>
              </a:ext>
            </a:extLst>
          </p:cNvPr>
          <p:cNvSpPr>
            <a:spLocks noGrp="1"/>
          </p:cNvSpPr>
          <p:nvPr>
            <p:ph type="sldNum" sz="quarter" idx="12"/>
          </p:nvPr>
        </p:nvSpPr>
        <p:spPr/>
        <p:txBody>
          <a:bodyPr/>
          <a:lstStyle/>
          <a:p>
            <a:fld id="{23177E0D-DEDB-4F71-BE70-957F7FD4B592}" type="slidenum">
              <a:rPr kumimoji="1" lang="ja-JP" altLang="en-US" smtClean="0"/>
              <a:t>6</a:t>
            </a:fld>
            <a:endParaRPr kumimoji="1" lang="ja-JP" altLang="en-US"/>
          </a:p>
        </p:txBody>
      </p:sp>
      <p:sp>
        <p:nvSpPr>
          <p:cNvPr id="7" name="Text 2">
            <a:extLst>
              <a:ext uri="{FF2B5EF4-FFF2-40B4-BE49-F238E27FC236}">
                <a16:creationId xmlns:a16="http://schemas.microsoft.com/office/drawing/2014/main" id="{0F6B7F95-96B2-F86D-1555-6A97F0629644}"/>
              </a:ext>
            </a:extLst>
          </p:cNvPr>
          <p:cNvSpPr/>
          <p:nvPr/>
        </p:nvSpPr>
        <p:spPr>
          <a:xfrm>
            <a:off x="685800" y="1622272"/>
            <a:ext cx="5074920" cy="420624"/>
          </a:xfrm>
          <a:prstGeom prst="roundRect">
            <a:avLst>
              <a:gd name="adj" fmla="val 17391"/>
            </a:avLst>
          </a:prstGeom>
          <a:solidFill>
            <a:srgbClr val="F0F5FA"/>
          </a:solidFill>
          <a:ln w="10160">
            <a:solidFill>
              <a:srgbClr val="F0F5FA">
                <a:alpha val="0"/>
              </a:srgbClr>
            </a:solidFill>
          </a:ln>
        </p:spPr>
        <p:txBody>
          <a:bodyPr wrap="square" lIns="1016" tIns="1016" rIns="1016" bIns="1016" rtlCol="0" anchor="ctr">
            <a:normAutofit fontScale="92500" lnSpcReduction="10000"/>
          </a:bodyPr>
          <a:lstStyle/>
          <a:p>
            <a:pPr marL="0" indent="0" algn="ctr">
              <a:buNone/>
            </a:pPr>
            <a:r>
              <a:rPr lang="en-US" sz="2800" b="1" dirty="0">
                <a:solidFill>
                  <a:srgbClr val="1F73B7"/>
                </a:solidFill>
                <a:latin typeface="Aptos" pitchFamily="34" charset="0"/>
                <a:ea typeface="Aptos" pitchFamily="34" charset="-122"/>
                <a:cs typeface="Aptos" pitchFamily="34" charset="-120"/>
              </a:rPr>
              <a:t>What we often observe</a:t>
            </a:r>
            <a:endParaRPr lang="en-US" sz="2800" dirty="0"/>
          </a:p>
        </p:txBody>
      </p:sp>
      <p:sp>
        <p:nvSpPr>
          <p:cNvPr id="9" name="Text 3">
            <a:extLst>
              <a:ext uri="{FF2B5EF4-FFF2-40B4-BE49-F238E27FC236}">
                <a16:creationId xmlns:a16="http://schemas.microsoft.com/office/drawing/2014/main" id="{82B50D18-BDFE-65BF-0F42-6C764FEEC443}"/>
              </a:ext>
            </a:extLst>
          </p:cNvPr>
          <p:cNvSpPr/>
          <p:nvPr/>
        </p:nvSpPr>
        <p:spPr>
          <a:xfrm>
            <a:off x="941832" y="2381224"/>
            <a:ext cx="2057400" cy="786384"/>
          </a:xfrm>
          <a:prstGeom prst="roundRect">
            <a:avLst>
              <a:gd name="adj" fmla="val 9302"/>
            </a:avLst>
          </a:prstGeom>
          <a:solidFill>
            <a:srgbClr val="FFFFFF"/>
          </a:solidFill>
          <a:ln w="10160">
            <a:solidFill>
              <a:srgbClr val="1F73B7"/>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solidFill>
                  <a:srgbClr val="1F73B7"/>
                </a:solidFill>
                <a:latin typeface="Aptos" pitchFamily="34" charset="0"/>
                <a:ea typeface="Aptos" pitchFamily="34" charset="-122"/>
                <a:cs typeface="Aptos" pitchFamily="34" charset="-120"/>
              </a:rPr>
              <a:t>Outcomes</a:t>
            </a:r>
            <a:endParaRPr lang="en-US" sz="2400" dirty="0"/>
          </a:p>
          <a:p>
            <a:pPr marL="0" indent="0" algn="ctr">
              <a:buNone/>
            </a:pPr>
            <a:r>
              <a:rPr lang="en-US" sz="2400" b="1" dirty="0">
                <a:solidFill>
                  <a:srgbClr val="1F73B7"/>
                </a:solidFill>
                <a:latin typeface="Aptos" pitchFamily="34" charset="0"/>
                <a:ea typeface="Aptos" pitchFamily="34" charset="-122"/>
                <a:cs typeface="Aptos" pitchFamily="34" charset="-120"/>
              </a:rPr>
              <a:t>✓</a:t>
            </a:r>
            <a:endParaRPr lang="en-US" sz="2400" dirty="0"/>
          </a:p>
        </p:txBody>
      </p:sp>
      <p:sp>
        <p:nvSpPr>
          <p:cNvPr id="11" name="Text 4">
            <a:extLst>
              <a:ext uri="{FF2B5EF4-FFF2-40B4-BE49-F238E27FC236}">
                <a16:creationId xmlns:a16="http://schemas.microsoft.com/office/drawing/2014/main" id="{09B3E2B4-C6A9-5181-A6B3-8CF8201FCEBA}"/>
              </a:ext>
            </a:extLst>
          </p:cNvPr>
          <p:cNvSpPr/>
          <p:nvPr/>
        </p:nvSpPr>
        <p:spPr>
          <a:xfrm>
            <a:off x="3364992" y="2381224"/>
            <a:ext cx="2057400" cy="786384"/>
          </a:xfrm>
          <a:prstGeom prst="roundRect">
            <a:avLst>
              <a:gd name="adj" fmla="val 9302"/>
            </a:avLst>
          </a:prstGeom>
          <a:solidFill>
            <a:srgbClr val="FFFFFF"/>
          </a:solidFill>
          <a:ln w="10160">
            <a:solidFill>
              <a:srgbClr val="DA8321"/>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solidFill>
                  <a:srgbClr val="DA8321"/>
                </a:solidFill>
                <a:latin typeface="Aptos" pitchFamily="34" charset="0"/>
                <a:ea typeface="Aptos" pitchFamily="34" charset="-122"/>
                <a:cs typeface="Aptos" pitchFamily="34" charset="-120"/>
              </a:rPr>
              <a:t>Method family</a:t>
            </a:r>
            <a:endParaRPr lang="en-US" sz="2400" dirty="0"/>
          </a:p>
          <a:p>
            <a:pPr marL="0" indent="0" algn="ctr">
              <a:buNone/>
            </a:pPr>
            <a:r>
              <a:rPr lang="en-US" sz="2400" b="1" dirty="0">
                <a:solidFill>
                  <a:srgbClr val="DA8321"/>
                </a:solidFill>
                <a:latin typeface="Aptos" pitchFamily="34" charset="0"/>
                <a:ea typeface="Aptos" pitchFamily="34" charset="-122"/>
                <a:cs typeface="Aptos" pitchFamily="34" charset="-120"/>
              </a:rPr>
              <a:t>✓</a:t>
            </a:r>
            <a:endParaRPr lang="en-US" sz="2400" dirty="0"/>
          </a:p>
        </p:txBody>
      </p:sp>
      <p:sp>
        <p:nvSpPr>
          <p:cNvPr id="13" name="Text 5">
            <a:extLst>
              <a:ext uri="{FF2B5EF4-FFF2-40B4-BE49-F238E27FC236}">
                <a16:creationId xmlns:a16="http://schemas.microsoft.com/office/drawing/2014/main" id="{A7CC54D7-B3A3-D9AF-4299-836D03A28E3C}"/>
              </a:ext>
            </a:extLst>
          </p:cNvPr>
          <p:cNvSpPr/>
          <p:nvPr/>
        </p:nvSpPr>
        <p:spPr>
          <a:xfrm>
            <a:off x="6428232" y="1622272"/>
            <a:ext cx="5074920" cy="420624"/>
          </a:xfrm>
          <a:prstGeom prst="roundRect">
            <a:avLst>
              <a:gd name="adj" fmla="val 17391"/>
            </a:avLst>
          </a:prstGeom>
          <a:solidFill>
            <a:srgbClr val="F8E7EA"/>
          </a:solidFill>
          <a:ln w="10160">
            <a:solidFill>
              <a:srgbClr val="F8E7EA">
                <a:alpha val="0"/>
              </a:srgbClr>
            </a:solidFill>
          </a:ln>
        </p:spPr>
        <p:txBody>
          <a:bodyPr wrap="square" lIns="1016" tIns="1016" rIns="1016" bIns="1016" rtlCol="0" anchor="ctr">
            <a:normAutofit fontScale="92500" lnSpcReduction="10000"/>
          </a:bodyPr>
          <a:lstStyle/>
          <a:p>
            <a:pPr marL="0" indent="0" algn="ctr">
              <a:buNone/>
            </a:pPr>
            <a:r>
              <a:rPr lang="en-US" sz="2800" b="1" dirty="0">
                <a:solidFill>
                  <a:srgbClr val="A11833"/>
                </a:solidFill>
                <a:latin typeface="Aptos" pitchFamily="34" charset="0"/>
                <a:ea typeface="Aptos" pitchFamily="34" charset="-122"/>
                <a:cs typeface="Aptos" pitchFamily="34" charset="-120"/>
              </a:rPr>
              <a:t>What remains hidden</a:t>
            </a:r>
            <a:endParaRPr lang="en-US" sz="2800" dirty="0"/>
          </a:p>
        </p:txBody>
      </p:sp>
      <p:sp>
        <p:nvSpPr>
          <p:cNvPr id="15" name="Text 6">
            <a:extLst>
              <a:ext uri="{FF2B5EF4-FFF2-40B4-BE49-F238E27FC236}">
                <a16:creationId xmlns:a16="http://schemas.microsoft.com/office/drawing/2014/main" id="{661D87EE-6FE0-4308-4271-A57ED3723DC0}"/>
              </a:ext>
            </a:extLst>
          </p:cNvPr>
          <p:cNvSpPr/>
          <p:nvPr/>
        </p:nvSpPr>
        <p:spPr>
          <a:xfrm>
            <a:off x="6684264" y="2381224"/>
            <a:ext cx="2057400" cy="786384"/>
          </a:xfrm>
          <a:prstGeom prst="roundRect">
            <a:avLst>
              <a:gd name="adj" fmla="val 9302"/>
            </a:avLst>
          </a:prstGeom>
          <a:solidFill>
            <a:srgbClr val="FFFFFF"/>
          </a:solidFill>
          <a:ln w="10160">
            <a:solidFill>
              <a:srgbClr val="A11833"/>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solidFill>
                  <a:srgbClr val="A11833"/>
                </a:solidFill>
                <a:latin typeface="Aptos" pitchFamily="34" charset="0"/>
                <a:ea typeface="Aptos" pitchFamily="34" charset="-122"/>
                <a:cs typeface="Aptos" pitchFamily="34" charset="-120"/>
              </a:rPr>
              <a:t>Parameters</a:t>
            </a:r>
            <a:endParaRPr lang="en-US" sz="2400" dirty="0"/>
          </a:p>
          <a:p>
            <a:pPr marL="0" indent="0" algn="ctr">
              <a:buNone/>
            </a:pPr>
            <a:r>
              <a:rPr lang="en-US" sz="2400" b="1" dirty="0">
                <a:solidFill>
                  <a:srgbClr val="A11833"/>
                </a:solidFill>
                <a:latin typeface="Aptos" pitchFamily="34" charset="0"/>
                <a:ea typeface="Aptos" pitchFamily="34" charset="-122"/>
                <a:cs typeface="Aptos" pitchFamily="34" charset="-120"/>
              </a:rPr>
              <a:t>?</a:t>
            </a:r>
            <a:endParaRPr lang="en-US" sz="2400" dirty="0"/>
          </a:p>
        </p:txBody>
      </p:sp>
      <p:sp>
        <p:nvSpPr>
          <p:cNvPr id="17" name="Text 7">
            <a:extLst>
              <a:ext uri="{FF2B5EF4-FFF2-40B4-BE49-F238E27FC236}">
                <a16:creationId xmlns:a16="http://schemas.microsoft.com/office/drawing/2014/main" id="{80301028-C077-5B3E-4C0B-5CF7150292DF}"/>
              </a:ext>
            </a:extLst>
          </p:cNvPr>
          <p:cNvSpPr/>
          <p:nvPr/>
        </p:nvSpPr>
        <p:spPr>
          <a:xfrm>
            <a:off x="9107424" y="2381224"/>
            <a:ext cx="2057400" cy="786384"/>
          </a:xfrm>
          <a:prstGeom prst="roundRect">
            <a:avLst>
              <a:gd name="adj" fmla="val 9302"/>
            </a:avLst>
          </a:prstGeom>
          <a:solidFill>
            <a:srgbClr val="FFFFFF"/>
          </a:solidFill>
          <a:ln w="10160">
            <a:solidFill>
              <a:srgbClr val="A11833"/>
            </a:solidFill>
          </a:ln>
          <a:effectLst>
            <a:outerShdw blurRad="19050" dist="7620" dir="2700000" algn="bl" rotWithShape="0">
              <a:srgbClr val="000000">
                <a:alpha val="12000"/>
              </a:srgbClr>
            </a:outerShdw>
          </a:effectLst>
        </p:spPr>
        <p:txBody>
          <a:bodyPr wrap="square" lIns="1016" tIns="1016" rIns="1016" bIns="1016" rtlCol="0" anchor="ctr">
            <a:normAutofit fontScale="92500" lnSpcReduction="10000"/>
          </a:bodyPr>
          <a:lstStyle/>
          <a:p>
            <a:pPr marL="0" indent="0" algn="ctr">
              <a:buNone/>
            </a:pPr>
            <a:r>
              <a:rPr lang="en-US" sz="2800" b="1" dirty="0">
                <a:solidFill>
                  <a:srgbClr val="A11833"/>
                </a:solidFill>
                <a:latin typeface="Aptos" pitchFamily="34" charset="0"/>
                <a:ea typeface="Aptos" pitchFamily="34" charset="-122"/>
                <a:cs typeface="Aptos" pitchFamily="34" charset="-120"/>
              </a:rPr>
              <a:t>Source code</a:t>
            </a:r>
            <a:endParaRPr lang="en-US" sz="2800" dirty="0"/>
          </a:p>
          <a:p>
            <a:pPr marL="0" indent="0" algn="ctr">
              <a:buNone/>
            </a:pPr>
            <a:r>
              <a:rPr lang="en-US" sz="2800" b="1" dirty="0">
                <a:solidFill>
                  <a:srgbClr val="A11833"/>
                </a:solidFill>
                <a:latin typeface="Aptos" pitchFamily="34" charset="0"/>
                <a:ea typeface="Aptos" pitchFamily="34" charset="-122"/>
                <a:cs typeface="Aptos" pitchFamily="34" charset="-120"/>
              </a:rPr>
              <a:t>?</a:t>
            </a:r>
            <a:endParaRPr lang="en-US" sz="2800" dirty="0"/>
          </a:p>
        </p:txBody>
      </p:sp>
      <p:sp>
        <p:nvSpPr>
          <p:cNvPr id="21" name="Text 8">
            <a:extLst>
              <a:ext uri="{FF2B5EF4-FFF2-40B4-BE49-F238E27FC236}">
                <a16:creationId xmlns:a16="http://schemas.microsoft.com/office/drawing/2014/main" id="{E831005C-262A-F49F-C5CF-94D11F9AE268}"/>
              </a:ext>
            </a:extLst>
          </p:cNvPr>
          <p:cNvSpPr/>
          <p:nvPr/>
        </p:nvSpPr>
        <p:spPr>
          <a:xfrm>
            <a:off x="1234440" y="3749040"/>
            <a:ext cx="9738360" cy="1005840"/>
          </a:xfrm>
          <a:prstGeom prst="rect">
            <a:avLst/>
          </a:prstGeom>
          <a:noFill/>
          <a:ln/>
        </p:spPr>
        <p:txBody>
          <a:bodyPr wrap="square" lIns="0" tIns="0" rIns="0" bIns="0" rtlCol="0" anchor="ctr">
            <a:normAutofit/>
          </a:bodyPr>
          <a:lstStyle/>
          <a:p>
            <a:pPr marL="0" indent="0" algn="ctr">
              <a:buNone/>
            </a:pPr>
            <a:r>
              <a:rPr lang="en-US" sz="2400" b="1" dirty="0">
                <a:solidFill>
                  <a:srgbClr val="14212B"/>
                </a:solidFill>
                <a:latin typeface="Georgia" pitchFamily="34" charset="0"/>
                <a:ea typeface="Georgia" pitchFamily="34" charset="-122"/>
                <a:cs typeface="Georgia" pitchFamily="34" charset="-120"/>
              </a:rPr>
              <a:t>Can outcomes + type-level descriptions</a:t>
            </a:r>
            <a:endParaRPr lang="en-US" sz="2400" dirty="0"/>
          </a:p>
          <a:p>
            <a:pPr marL="0" indent="0" algn="ctr">
              <a:buNone/>
            </a:pPr>
            <a:r>
              <a:rPr lang="en-US" sz="2400" b="1" dirty="0">
                <a:solidFill>
                  <a:srgbClr val="14212B"/>
                </a:solidFill>
                <a:latin typeface="Georgia" pitchFamily="34" charset="0"/>
                <a:ea typeface="Georgia" pitchFamily="34" charset="-122"/>
                <a:cs typeface="Georgia" pitchFamily="34" charset="-120"/>
              </a:rPr>
              <a:t>still generate meaningful knowledge?</a:t>
            </a:r>
            <a:endParaRPr lang="en-US" sz="2400" dirty="0"/>
          </a:p>
        </p:txBody>
      </p:sp>
      <p:sp>
        <p:nvSpPr>
          <p:cNvPr id="23" name="Text 9">
            <a:extLst>
              <a:ext uri="{FF2B5EF4-FFF2-40B4-BE49-F238E27FC236}">
                <a16:creationId xmlns:a16="http://schemas.microsoft.com/office/drawing/2014/main" id="{72072BF6-EBE7-9E5B-795A-39F0EAF55D77}"/>
              </a:ext>
            </a:extLst>
          </p:cNvPr>
          <p:cNvSpPr/>
          <p:nvPr/>
        </p:nvSpPr>
        <p:spPr>
          <a:xfrm>
            <a:off x="1318260" y="4992624"/>
            <a:ext cx="9555480" cy="886968"/>
          </a:xfrm>
          <a:prstGeom prst="roundRect">
            <a:avLst>
              <a:gd name="adj" fmla="val 13793"/>
            </a:avLst>
          </a:prstGeom>
          <a:solidFill>
            <a:srgbClr val="F3F6F8"/>
          </a:solidFill>
          <a:ln w="10160">
            <a:solidFill>
              <a:srgbClr val="F3F6F8">
                <a:alpha val="0"/>
              </a:srgbClr>
            </a:solidFill>
          </a:ln>
        </p:spPr>
        <p:txBody>
          <a:bodyPr wrap="square" lIns="1016" tIns="1016" rIns="1016" bIns="1016" rtlCol="0" anchor="ctr">
            <a:noAutofit/>
          </a:bodyPr>
          <a:lstStyle/>
          <a:p>
            <a:pPr marL="0" indent="0" algn="ctr">
              <a:buNone/>
            </a:pPr>
            <a:r>
              <a:rPr lang="en-US" sz="2400" b="1" dirty="0">
                <a:solidFill>
                  <a:srgbClr val="14212B"/>
                </a:solidFill>
                <a:latin typeface="Aptos" pitchFamily="34" charset="0"/>
                <a:ea typeface="Aptos" pitchFamily="34" charset="-122"/>
                <a:cs typeface="Aptos" pitchFamily="34" charset="-120"/>
              </a:rPr>
              <a:t>Not enough for definitive causal claims — but perhaps enough to discover patterns and formulate testable hypotheses.</a:t>
            </a:r>
            <a:endParaRPr lang="en-US" sz="2400" b="1" dirty="0"/>
          </a:p>
        </p:txBody>
      </p:sp>
    </p:spTree>
    <p:extLst>
      <p:ext uri="{BB962C8B-B14F-4D97-AF65-F5344CB8AC3E}">
        <p14:creationId xmlns:p14="http://schemas.microsoft.com/office/powerpoint/2010/main" val="298254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37A380-D54D-60C5-9736-3F29B1F5AC94}"/>
              </a:ext>
            </a:extLst>
          </p:cNvPr>
          <p:cNvSpPr>
            <a:spLocks noGrp="1"/>
          </p:cNvSpPr>
          <p:nvPr>
            <p:ph type="title"/>
          </p:nvPr>
        </p:nvSpPr>
        <p:spPr/>
        <p:txBody>
          <a:bodyPr/>
          <a:lstStyle/>
          <a:p>
            <a:r>
              <a:rPr lang="ja-JP" altLang="ja-JP" dirty="0"/>
              <a:t>Why PWS Cup?</a:t>
            </a:r>
            <a:endParaRPr kumimoji="1" lang="ja-JP" altLang="en-US" dirty="0"/>
          </a:p>
        </p:txBody>
      </p:sp>
      <p:sp>
        <p:nvSpPr>
          <p:cNvPr id="3" name="コンテンツ プレースホルダー 2">
            <a:extLst>
              <a:ext uri="{FF2B5EF4-FFF2-40B4-BE49-F238E27FC236}">
                <a16:creationId xmlns:a16="http://schemas.microsoft.com/office/drawing/2014/main" id="{9706DD4F-0618-1F3A-D9BB-745D950EEE51}"/>
              </a:ext>
            </a:extLst>
          </p:cNvPr>
          <p:cNvSpPr>
            <a:spLocks noGrp="1"/>
          </p:cNvSpPr>
          <p:nvPr>
            <p:ph idx="1"/>
          </p:nvPr>
        </p:nvSpPr>
        <p:spPr/>
        <p:txBody>
          <a:bodyPr/>
          <a:lstStyle/>
          <a:p>
            <a:r>
              <a:rPr lang="ja-JP" altLang="ja-JP" dirty="0"/>
              <a:t>コードがなく、発表として曖昧な形でしか情報が得られない</a:t>
            </a:r>
            <a:r>
              <a:rPr lang="ja-JP" altLang="en-US" dirty="0"/>
              <a:t>が、</a:t>
            </a:r>
            <a:r>
              <a:rPr lang="en-US" altLang="ja-JP" dirty="0"/>
              <a:t>high-level</a:t>
            </a:r>
            <a:r>
              <a:rPr lang="ja-JP" altLang="en-US" dirty="0"/>
              <a:t>な手法の説明および結果としてのスコアは得られる中間的な状況にあたり、分析に向いている</a:t>
            </a:r>
            <a:r>
              <a:rPr lang="ja-JP" altLang="ja-JP" dirty="0"/>
              <a:t>と考えたと説明します。</a:t>
            </a:r>
          </a:p>
          <a:p>
            <a:endParaRPr kumimoji="1" lang="ja-JP" altLang="en-US" dirty="0"/>
          </a:p>
        </p:txBody>
      </p:sp>
      <p:sp>
        <p:nvSpPr>
          <p:cNvPr id="4" name="フッター プレースホルダー 3">
            <a:extLst>
              <a:ext uri="{FF2B5EF4-FFF2-40B4-BE49-F238E27FC236}">
                <a16:creationId xmlns:a16="http://schemas.microsoft.com/office/drawing/2014/main" id="{E3B8DAB8-AC46-B4C8-8C51-B1B2878D7848}"/>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5F66AA41-92A9-BB25-BB4D-471273819D0D}"/>
              </a:ext>
            </a:extLst>
          </p:cNvPr>
          <p:cNvSpPr>
            <a:spLocks noGrp="1"/>
          </p:cNvSpPr>
          <p:nvPr>
            <p:ph type="sldNum" sz="quarter" idx="12"/>
          </p:nvPr>
        </p:nvSpPr>
        <p:spPr/>
        <p:txBody>
          <a:bodyPr/>
          <a:lstStyle/>
          <a:p>
            <a:fld id="{23177E0D-DEDB-4F71-BE70-957F7FD4B592}" type="slidenum">
              <a:rPr kumimoji="1" lang="ja-JP" altLang="en-US" smtClean="0"/>
              <a:t>7</a:t>
            </a:fld>
            <a:endParaRPr kumimoji="1" lang="ja-JP" altLang="en-US"/>
          </a:p>
        </p:txBody>
      </p:sp>
    </p:spTree>
    <p:extLst>
      <p:ext uri="{BB962C8B-B14F-4D97-AF65-F5344CB8AC3E}">
        <p14:creationId xmlns:p14="http://schemas.microsoft.com/office/powerpoint/2010/main" val="4099807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5F3EFD-A242-FD15-9F05-9F6FA9E04356}"/>
              </a:ext>
            </a:extLst>
          </p:cNvPr>
          <p:cNvSpPr>
            <a:spLocks noGrp="1"/>
          </p:cNvSpPr>
          <p:nvPr>
            <p:ph type="title"/>
          </p:nvPr>
        </p:nvSpPr>
        <p:spPr/>
        <p:txBody>
          <a:bodyPr/>
          <a:lstStyle/>
          <a:p>
            <a:r>
              <a:rPr lang="ja-JP" altLang="ja-JP" dirty="0"/>
              <a:t>Minimum PWS Cup mechanics</a:t>
            </a:r>
            <a:endParaRPr kumimoji="1" lang="ja-JP" altLang="en-US" dirty="0"/>
          </a:p>
        </p:txBody>
      </p:sp>
      <p:sp>
        <p:nvSpPr>
          <p:cNvPr id="3" name="コンテンツ プレースホルダー 2">
            <a:extLst>
              <a:ext uri="{FF2B5EF4-FFF2-40B4-BE49-F238E27FC236}">
                <a16:creationId xmlns:a16="http://schemas.microsoft.com/office/drawing/2014/main" id="{92D63D62-F571-9374-017B-AF3CB0722553}"/>
              </a:ext>
            </a:extLst>
          </p:cNvPr>
          <p:cNvSpPr>
            <a:spLocks noGrp="1"/>
          </p:cNvSpPr>
          <p:nvPr>
            <p:ph idx="1"/>
          </p:nvPr>
        </p:nvSpPr>
        <p:spPr/>
        <p:txBody>
          <a:bodyPr>
            <a:normAutofit fontScale="92500" lnSpcReduction="20000"/>
          </a:bodyPr>
          <a:lstStyle/>
          <a:p>
            <a:r>
              <a:rPr lang="ja-JP" altLang="ja-JP" dirty="0"/>
              <a:t>そして、実際にPWSCUP2026の説明を簡単にします。</a:t>
            </a:r>
          </a:p>
          <a:p>
            <a:r>
              <a:rPr lang="ja-JP" altLang="ja-JP" dirty="0"/>
              <a:t>この時の説明の内容は</a:t>
            </a:r>
          </a:p>
          <a:p>
            <a:r>
              <a:rPr lang="ja-JP" altLang="ja-JP" dirty="0"/>
              <a:t>「PWSCUPは日本で10年間行われている匿名化・攻撃手法コンペであり、各チームは防御役・攻撃役の両方を担う」</a:t>
            </a:r>
          </a:p>
          <a:p>
            <a:r>
              <a:rPr lang="ja-JP" altLang="ja-JP" dirty="0"/>
              <a:t>「PWSCUP2025では、表彰式当日、各チームは自身が利用した戦略のポスター発表および10分間の発表プレゼン</a:t>
            </a:r>
            <a:r>
              <a:rPr lang="ja-JP" altLang="en-US" dirty="0"/>
              <a:t>が</a:t>
            </a:r>
            <a:r>
              <a:rPr lang="ja-JP" altLang="ja-JP" dirty="0"/>
              <a:t>行われた」</a:t>
            </a:r>
          </a:p>
          <a:p>
            <a:r>
              <a:rPr lang="ja-JP" altLang="ja-JP" dirty="0"/>
              <a:t>「今回は、医療データがテーマであり、匿名化データとともに、それを利用して作成された機械学習モデルの提出が定められていた」</a:t>
            </a:r>
            <a:endParaRPr lang="en-US" altLang="ja-JP" dirty="0"/>
          </a:p>
          <a:p>
            <a:r>
              <a:rPr lang="ja-JP" altLang="en-US" dirty="0"/>
              <a:t>「防御側では、データの有用性とメンバーシップ推定への抵抗性が採点され、攻撃側では、メンバーシップ推定の成功率が採点された」</a:t>
            </a:r>
            <a:endParaRPr lang="ja-JP" altLang="ja-JP" dirty="0"/>
          </a:p>
          <a:p>
            <a:r>
              <a:rPr lang="ja-JP" altLang="ja-JP" dirty="0"/>
              <a:t>とします。</a:t>
            </a:r>
          </a:p>
          <a:p>
            <a:pPr marL="0" indent="0">
              <a:buNone/>
            </a:pPr>
            <a:endParaRPr lang="ja-JP" altLang="ja-JP" dirty="0"/>
          </a:p>
          <a:p>
            <a:endParaRPr kumimoji="1" lang="ja-JP" altLang="en-US" dirty="0"/>
          </a:p>
        </p:txBody>
      </p:sp>
      <p:sp>
        <p:nvSpPr>
          <p:cNvPr id="4" name="フッター プレースホルダー 3">
            <a:extLst>
              <a:ext uri="{FF2B5EF4-FFF2-40B4-BE49-F238E27FC236}">
                <a16:creationId xmlns:a16="http://schemas.microsoft.com/office/drawing/2014/main" id="{754E2C38-73F3-AA28-8218-432B79BEAFCB}"/>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A405636A-61B7-09CE-CF13-C6CA08A605E7}"/>
              </a:ext>
            </a:extLst>
          </p:cNvPr>
          <p:cNvSpPr>
            <a:spLocks noGrp="1"/>
          </p:cNvSpPr>
          <p:nvPr>
            <p:ph type="sldNum" sz="quarter" idx="12"/>
          </p:nvPr>
        </p:nvSpPr>
        <p:spPr/>
        <p:txBody>
          <a:bodyPr/>
          <a:lstStyle/>
          <a:p>
            <a:fld id="{23177E0D-DEDB-4F71-BE70-957F7FD4B592}" type="slidenum">
              <a:rPr kumimoji="1" lang="ja-JP" altLang="en-US" smtClean="0"/>
              <a:t>8</a:t>
            </a:fld>
            <a:endParaRPr kumimoji="1" lang="ja-JP" altLang="en-US"/>
          </a:p>
        </p:txBody>
      </p:sp>
    </p:spTree>
    <p:extLst>
      <p:ext uri="{BB962C8B-B14F-4D97-AF65-F5344CB8AC3E}">
        <p14:creationId xmlns:p14="http://schemas.microsoft.com/office/powerpoint/2010/main" val="501246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DF720-A131-DF32-1F62-5DF4C021472D}"/>
            </a:ext>
          </a:extLst>
        </p:cNvPr>
        <p:cNvGrpSpPr/>
        <p:nvPr/>
      </p:nvGrpSpPr>
      <p:grpSpPr>
        <a:xfrm>
          <a:off x="0" y="0"/>
          <a:ext cx="0" cy="0"/>
          <a:chOff x="0" y="0"/>
          <a:chExt cx="0" cy="0"/>
        </a:xfrm>
      </p:grpSpPr>
      <p:sp>
        <p:nvSpPr>
          <p:cNvPr id="35" name="Text 12">
            <a:extLst>
              <a:ext uri="{FF2B5EF4-FFF2-40B4-BE49-F238E27FC236}">
                <a16:creationId xmlns:a16="http://schemas.microsoft.com/office/drawing/2014/main" id="{3F3B67CA-2CB3-030D-35BB-2AEA9A957D77}"/>
              </a:ext>
            </a:extLst>
          </p:cNvPr>
          <p:cNvSpPr/>
          <p:nvPr/>
        </p:nvSpPr>
        <p:spPr>
          <a:xfrm>
            <a:off x="5752601" y="1825625"/>
            <a:ext cx="2618889" cy="1902919"/>
          </a:xfrm>
          <a:prstGeom prst="roundRect">
            <a:avLst>
              <a:gd name="adj" fmla="val 9412"/>
            </a:avLst>
          </a:prstGeom>
          <a:solidFill>
            <a:srgbClr val="F8E7EA"/>
          </a:solidFill>
          <a:ln w="10160">
            <a:solidFill>
              <a:srgbClr val="F8E7EA">
                <a:alpha val="0"/>
              </a:srgbClr>
            </a:solidFill>
          </a:ln>
        </p:spPr>
        <p:txBody>
          <a:bodyPr wrap="square" lIns="1016" tIns="1016" rIns="1016" bIns="1016" rtlCol="0" anchor="ctr">
            <a:normAutofit/>
          </a:bodyPr>
          <a:lstStyle/>
          <a:p>
            <a:pPr marL="0" indent="0" algn="ctr">
              <a:buNone/>
            </a:pPr>
            <a:endParaRPr lang="en-US" sz="1400" dirty="0"/>
          </a:p>
        </p:txBody>
      </p:sp>
      <p:sp>
        <p:nvSpPr>
          <p:cNvPr id="33" name="Text 13">
            <a:extLst>
              <a:ext uri="{FF2B5EF4-FFF2-40B4-BE49-F238E27FC236}">
                <a16:creationId xmlns:a16="http://schemas.microsoft.com/office/drawing/2014/main" id="{AA0DAEBF-0FAF-1DD5-6722-746A82FCA11B}"/>
              </a:ext>
            </a:extLst>
          </p:cNvPr>
          <p:cNvSpPr/>
          <p:nvPr/>
        </p:nvSpPr>
        <p:spPr>
          <a:xfrm>
            <a:off x="236483" y="1796158"/>
            <a:ext cx="4669799" cy="1932386"/>
          </a:xfrm>
          <a:prstGeom prst="roundRect">
            <a:avLst>
              <a:gd name="adj" fmla="val 9412"/>
            </a:avLst>
          </a:prstGeom>
          <a:solidFill>
            <a:srgbClr val="F0F5FA"/>
          </a:solidFill>
          <a:ln w="10160">
            <a:solidFill>
              <a:srgbClr val="F0F5FA">
                <a:alpha val="0"/>
              </a:srgbClr>
            </a:solidFill>
          </a:ln>
        </p:spPr>
        <p:txBody>
          <a:bodyPr wrap="square" lIns="1016" tIns="1016" rIns="1016" bIns="1016" rtlCol="0" anchor="ctr">
            <a:normAutofit/>
          </a:bodyPr>
          <a:lstStyle/>
          <a:p>
            <a:pPr marL="0" indent="0" algn="ctr">
              <a:buNone/>
            </a:pPr>
            <a:endParaRPr lang="en-US" sz="1400" dirty="0"/>
          </a:p>
        </p:txBody>
      </p:sp>
      <p:sp>
        <p:nvSpPr>
          <p:cNvPr id="3" name="コンテンツ プレースホルダー 2">
            <a:extLst>
              <a:ext uri="{FF2B5EF4-FFF2-40B4-BE49-F238E27FC236}">
                <a16:creationId xmlns:a16="http://schemas.microsoft.com/office/drawing/2014/main" id="{77689882-7B7C-544C-018B-1733E3435DD3}"/>
              </a:ext>
            </a:extLst>
          </p:cNvPr>
          <p:cNvSpPr>
            <a:spLocks noGrp="1"/>
          </p:cNvSpPr>
          <p:nvPr>
            <p:ph idx="1"/>
          </p:nvPr>
        </p:nvSpPr>
        <p:spPr/>
        <p:txBody>
          <a:bodyPr>
            <a:normAutofit/>
          </a:bodyPr>
          <a:lstStyle/>
          <a:p>
            <a:pPr marL="0" indent="0">
              <a:buNone/>
            </a:pPr>
            <a:endParaRPr lang="ja-JP" altLang="ja-JP" dirty="0"/>
          </a:p>
          <a:p>
            <a:endParaRPr kumimoji="1" lang="ja-JP" altLang="en-US" dirty="0"/>
          </a:p>
        </p:txBody>
      </p:sp>
      <p:sp>
        <p:nvSpPr>
          <p:cNvPr id="4" name="フッター プレースホルダー 3">
            <a:extLst>
              <a:ext uri="{FF2B5EF4-FFF2-40B4-BE49-F238E27FC236}">
                <a16:creationId xmlns:a16="http://schemas.microsoft.com/office/drawing/2014/main" id="{52C784CF-1170-30C5-4DFE-81A21F37BD36}"/>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3A717EF6-2C5A-5694-D11D-DA896B38B4E7}"/>
              </a:ext>
            </a:extLst>
          </p:cNvPr>
          <p:cNvSpPr>
            <a:spLocks noGrp="1"/>
          </p:cNvSpPr>
          <p:nvPr>
            <p:ph type="sldNum" sz="quarter" idx="12"/>
          </p:nvPr>
        </p:nvSpPr>
        <p:spPr/>
        <p:txBody>
          <a:bodyPr/>
          <a:lstStyle/>
          <a:p>
            <a:fld id="{23177E0D-DEDB-4F71-BE70-957F7FD4B592}" type="slidenum">
              <a:rPr kumimoji="1" lang="ja-JP" altLang="en-US" smtClean="0"/>
              <a:t>9</a:t>
            </a:fld>
            <a:endParaRPr kumimoji="1" lang="ja-JP" altLang="en-US" dirty="0"/>
          </a:p>
        </p:txBody>
      </p:sp>
      <p:sp>
        <p:nvSpPr>
          <p:cNvPr id="6" name="タイトル 1">
            <a:extLst>
              <a:ext uri="{FF2B5EF4-FFF2-40B4-BE49-F238E27FC236}">
                <a16:creationId xmlns:a16="http://schemas.microsoft.com/office/drawing/2014/main" id="{99E79C5F-F962-FFDA-A6CF-32F2D046C646}"/>
              </a:ext>
            </a:extLst>
          </p:cNvPr>
          <p:cNvSpPr txBox="1">
            <a:spLocks/>
          </p:cNvSpPr>
          <p:nvPr/>
        </p:nvSpPr>
        <p:spPr>
          <a:xfrm>
            <a:off x="838200" y="-3751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ja-JP" sz="3600" b="1" dirty="0">
                <a:latin typeface="Georgia" panose="02040502050405020303" pitchFamily="18" charset="0"/>
              </a:rPr>
              <a:t>Why PWS Cup?</a:t>
            </a:r>
            <a:endParaRPr lang="en-US" altLang="ja-JP" sz="3600" b="1" dirty="0">
              <a:latin typeface="Georgia" panose="02040502050405020303" pitchFamily="18" charset="0"/>
            </a:endParaRPr>
          </a:p>
        </p:txBody>
      </p:sp>
      <p:sp>
        <p:nvSpPr>
          <p:cNvPr id="10" name="Text 2">
            <a:extLst>
              <a:ext uri="{FF2B5EF4-FFF2-40B4-BE49-F238E27FC236}">
                <a16:creationId xmlns:a16="http://schemas.microsoft.com/office/drawing/2014/main" id="{C7DBA8C0-CE2B-1A56-B9A8-EAB18CC25B56}"/>
              </a:ext>
            </a:extLst>
          </p:cNvPr>
          <p:cNvSpPr/>
          <p:nvPr/>
        </p:nvSpPr>
        <p:spPr>
          <a:xfrm>
            <a:off x="291296" y="1408623"/>
            <a:ext cx="1508760" cy="420624"/>
          </a:xfrm>
          <a:prstGeom prst="roundRect">
            <a:avLst>
              <a:gd name="adj" fmla="val 17391"/>
            </a:avLst>
          </a:prstGeom>
          <a:solidFill>
            <a:srgbClr val="F0F5FA"/>
          </a:solidFill>
          <a:ln w="10160">
            <a:solidFill>
              <a:srgbClr val="F0F5FA">
                <a:alpha val="0"/>
              </a:srgbClr>
            </a:solidFill>
          </a:ln>
        </p:spPr>
        <p:txBody>
          <a:bodyPr wrap="square" lIns="1016" tIns="1016" rIns="1016" bIns="1016" rtlCol="0" anchor="ctr">
            <a:normAutofit/>
          </a:bodyPr>
          <a:lstStyle/>
          <a:p>
            <a:pPr marL="0" indent="0" algn="ctr">
              <a:buNone/>
            </a:pPr>
            <a:r>
              <a:rPr lang="en-US" sz="2400" b="1" dirty="0">
                <a:solidFill>
                  <a:srgbClr val="1F73B7"/>
                </a:solidFill>
                <a:latin typeface="Aptos" pitchFamily="34" charset="0"/>
                <a:ea typeface="Aptos" pitchFamily="34" charset="-122"/>
                <a:cs typeface="Aptos" pitchFamily="34" charset="-120"/>
              </a:rPr>
              <a:t>Defender</a:t>
            </a:r>
            <a:endParaRPr lang="en-US" sz="2400" dirty="0"/>
          </a:p>
        </p:txBody>
      </p:sp>
      <p:sp>
        <p:nvSpPr>
          <p:cNvPr id="12" name="Text 3">
            <a:extLst>
              <a:ext uri="{FF2B5EF4-FFF2-40B4-BE49-F238E27FC236}">
                <a16:creationId xmlns:a16="http://schemas.microsoft.com/office/drawing/2014/main" id="{139E2463-F1B8-A9B2-DCEB-15FEA9709478}"/>
              </a:ext>
            </a:extLst>
          </p:cNvPr>
          <p:cNvSpPr/>
          <p:nvPr/>
        </p:nvSpPr>
        <p:spPr>
          <a:xfrm>
            <a:off x="345265" y="2246249"/>
            <a:ext cx="1849295" cy="910600"/>
          </a:xfrm>
          <a:prstGeom prst="roundRect">
            <a:avLst>
              <a:gd name="adj" fmla="val 10256"/>
            </a:avLst>
          </a:prstGeom>
          <a:solidFill>
            <a:schemeClr val="bg2">
              <a:lumMod val="90000"/>
            </a:schemeClr>
          </a:solidFill>
          <a:ln w="10160">
            <a:solidFill>
              <a:srgbClr val="C8D2DA"/>
            </a:solidFill>
          </a:ln>
        </p:spPr>
        <p:txBody>
          <a:bodyPr wrap="square" lIns="1016" tIns="1016" rIns="1016" bIns="1016" rtlCol="0" anchor="ctr">
            <a:normAutofit/>
          </a:bodyPr>
          <a:lstStyle/>
          <a:p>
            <a:pPr marL="0" indent="0" algn="ctr">
              <a:buNone/>
            </a:pPr>
            <a:r>
              <a:rPr lang="en-US" sz="2000" b="1" dirty="0">
                <a:solidFill>
                  <a:srgbClr val="14212B"/>
                </a:solidFill>
                <a:latin typeface="Aptos" pitchFamily="34" charset="0"/>
                <a:ea typeface="Aptos" pitchFamily="34" charset="-122"/>
                <a:cs typeface="Aptos" pitchFamily="34" charset="-120"/>
              </a:rPr>
              <a:t>Hidden sample</a:t>
            </a:r>
            <a:endParaRPr lang="en-US" sz="2000" dirty="0"/>
          </a:p>
          <a:p>
            <a:pPr marL="0" indent="0" algn="ctr">
              <a:buNone/>
            </a:pPr>
            <a:r>
              <a:rPr lang="en-US" sz="2000" b="1" dirty="0">
                <a:solidFill>
                  <a:srgbClr val="14212B"/>
                </a:solidFill>
                <a:latin typeface="Aptos" pitchFamily="34" charset="0"/>
                <a:ea typeface="Aptos" pitchFamily="34" charset="-122"/>
                <a:cs typeface="Aptos" pitchFamily="34" charset="-120"/>
              </a:rPr>
              <a:t>B</a:t>
            </a:r>
            <a:endParaRPr lang="en-US" sz="2000" dirty="0"/>
          </a:p>
        </p:txBody>
      </p:sp>
      <p:sp>
        <p:nvSpPr>
          <p:cNvPr id="14" name="Shape 4">
            <a:extLst>
              <a:ext uri="{FF2B5EF4-FFF2-40B4-BE49-F238E27FC236}">
                <a16:creationId xmlns:a16="http://schemas.microsoft.com/office/drawing/2014/main" id="{C400FB54-EAEF-146C-3631-9192C3C24414}"/>
              </a:ext>
            </a:extLst>
          </p:cNvPr>
          <p:cNvSpPr/>
          <p:nvPr/>
        </p:nvSpPr>
        <p:spPr>
          <a:xfrm flipV="1">
            <a:off x="2267712" y="2303673"/>
            <a:ext cx="626277" cy="422500"/>
          </a:xfrm>
          <a:prstGeom prst="line">
            <a:avLst/>
          </a:prstGeom>
          <a:noFill/>
          <a:ln w="25400">
            <a:solidFill>
              <a:srgbClr val="C8D2DA"/>
            </a:solidFill>
            <a:prstDash val="solid"/>
            <a:tailEnd type="triangle"/>
          </a:ln>
        </p:spPr>
        <p:txBody>
          <a:bodyPr/>
          <a:lstStyle/>
          <a:p>
            <a:endParaRPr lang="ja-JP" altLang="en-US"/>
          </a:p>
        </p:txBody>
      </p:sp>
      <p:sp>
        <p:nvSpPr>
          <p:cNvPr id="16" name="Text 5">
            <a:extLst>
              <a:ext uri="{FF2B5EF4-FFF2-40B4-BE49-F238E27FC236}">
                <a16:creationId xmlns:a16="http://schemas.microsoft.com/office/drawing/2014/main" id="{A5444132-1B3D-FC83-877B-C3814EF7FDC8}"/>
              </a:ext>
            </a:extLst>
          </p:cNvPr>
          <p:cNvSpPr/>
          <p:nvPr/>
        </p:nvSpPr>
        <p:spPr>
          <a:xfrm>
            <a:off x="2999231" y="1883648"/>
            <a:ext cx="1849295" cy="786384"/>
          </a:xfrm>
          <a:prstGeom prst="roundRect">
            <a:avLst>
              <a:gd name="adj" fmla="val 12121"/>
            </a:avLst>
          </a:prstGeom>
          <a:solidFill>
            <a:srgbClr val="FFF3E5"/>
          </a:solidFill>
          <a:ln w="10160">
            <a:solidFill>
              <a:srgbClr val="FFF3E5">
                <a:alpha val="0"/>
              </a:srgbClr>
            </a:solidFill>
          </a:ln>
        </p:spPr>
        <p:txBody>
          <a:bodyPr wrap="square" lIns="1016" tIns="1016" rIns="1016" bIns="1016" rtlCol="0" anchor="ctr">
            <a:normAutofit/>
          </a:bodyPr>
          <a:lstStyle/>
          <a:p>
            <a:pPr marL="0" indent="0" algn="ctr">
              <a:buNone/>
            </a:pPr>
            <a:r>
              <a:rPr lang="en-US" b="1" dirty="0">
                <a:latin typeface="Aptos" pitchFamily="34" charset="0"/>
                <a:ea typeface="Aptos" pitchFamily="34" charset="-122"/>
                <a:cs typeface="Aptos" pitchFamily="34" charset="-120"/>
              </a:rPr>
              <a:t>Anonymized data</a:t>
            </a:r>
            <a:endParaRPr lang="en-US" dirty="0"/>
          </a:p>
          <a:p>
            <a:pPr marL="0" indent="0" algn="ctr">
              <a:buNone/>
            </a:pPr>
            <a:r>
              <a:rPr lang="en-US" b="1" dirty="0">
                <a:solidFill>
                  <a:srgbClr val="DA8321"/>
                </a:solidFill>
                <a:latin typeface="Aptos" pitchFamily="34" charset="0"/>
                <a:ea typeface="Aptos" pitchFamily="34" charset="-122"/>
                <a:cs typeface="Aptos" pitchFamily="34" charset="-120"/>
              </a:rPr>
              <a:t>C</a:t>
            </a:r>
            <a:endParaRPr lang="en-US" dirty="0"/>
          </a:p>
        </p:txBody>
      </p:sp>
      <p:sp>
        <p:nvSpPr>
          <p:cNvPr id="18" name="Text 6">
            <a:extLst>
              <a:ext uri="{FF2B5EF4-FFF2-40B4-BE49-F238E27FC236}">
                <a16:creationId xmlns:a16="http://schemas.microsoft.com/office/drawing/2014/main" id="{2CAE42C4-0974-1F8A-7238-D4D80688ADF1}"/>
              </a:ext>
            </a:extLst>
          </p:cNvPr>
          <p:cNvSpPr/>
          <p:nvPr/>
        </p:nvSpPr>
        <p:spPr>
          <a:xfrm>
            <a:off x="2999231" y="2810644"/>
            <a:ext cx="1875213" cy="786384"/>
          </a:xfrm>
          <a:prstGeom prst="roundRect">
            <a:avLst>
              <a:gd name="adj" fmla="val 12121"/>
            </a:avLst>
          </a:prstGeom>
          <a:solidFill>
            <a:srgbClr val="FFF3E5"/>
          </a:solidFill>
          <a:ln w="10160">
            <a:solidFill>
              <a:srgbClr val="FFF3E5">
                <a:alpha val="0"/>
              </a:srgbClr>
            </a:solidFill>
          </a:ln>
        </p:spPr>
        <p:txBody>
          <a:bodyPr wrap="square" lIns="1016" tIns="1016" rIns="1016" bIns="1016" rtlCol="0" anchor="ctr">
            <a:normAutofit/>
          </a:bodyPr>
          <a:lstStyle/>
          <a:p>
            <a:pPr marL="0" indent="0" algn="ctr">
              <a:buNone/>
            </a:pPr>
            <a:r>
              <a:rPr lang="en-US" b="1" dirty="0" err="1">
                <a:latin typeface="Aptos" pitchFamily="34" charset="0"/>
                <a:ea typeface="Aptos" pitchFamily="34" charset="-122"/>
                <a:cs typeface="Aptos" pitchFamily="34" charset="-120"/>
              </a:rPr>
              <a:t>XGBoost</a:t>
            </a:r>
            <a:r>
              <a:rPr lang="en-US" b="1" dirty="0">
                <a:latin typeface="Aptos" pitchFamily="34" charset="0"/>
                <a:ea typeface="Aptos" pitchFamily="34" charset="-122"/>
                <a:cs typeface="Aptos" pitchFamily="34" charset="-120"/>
              </a:rPr>
              <a:t> model</a:t>
            </a:r>
            <a:endParaRPr lang="en-US" dirty="0"/>
          </a:p>
          <a:p>
            <a:pPr marL="0" indent="0" algn="ctr">
              <a:buNone/>
            </a:pPr>
            <a:r>
              <a:rPr lang="en-US" b="1" dirty="0">
                <a:solidFill>
                  <a:srgbClr val="DA8321"/>
                </a:solidFill>
                <a:latin typeface="Aptos" pitchFamily="34" charset="0"/>
                <a:ea typeface="Aptos" pitchFamily="34" charset="-122"/>
                <a:cs typeface="Aptos" pitchFamily="34" charset="-120"/>
              </a:rPr>
              <a:t>D</a:t>
            </a:r>
            <a:endParaRPr lang="en-US" dirty="0"/>
          </a:p>
        </p:txBody>
      </p:sp>
      <p:sp>
        <p:nvSpPr>
          <p:cNvPr id="22" name="Text 8">
            <a:extLst>
              <a:ext uri="{FF2B5EF4-FFF2-40B4-BE49-F238E27FC236}">
                <a16:creationId xmlns:a16="http://schemas.microsoft.com/office/drawing/2014/main" id="{A4ED5B73-5D12-5E42-F4CC-66E58334A489}"/>
              </a:ext>
            </a:extLst>
          </p:cNvPr>
          <p:cNvSpPr/>
          <p:nvPr/>
        </p:nvSpPr>
        <p:spPr>
          <a:xfrm>
            <a:off x="5752601" y="1463024"/>
            <a:ext cx="1508760" cy="420624"/>
          </a:xfrm>
          <a:prstGeom prst="roundRect">
            <a:avLst>
              <a:gd name="adj" fmla="val 17391"/>
            </a:avLst>
          </a:prstGeom>
          <a:solidFill>
            <a:srgbClr val="F8E7EA"/>
          </a:solidFill>
          <a:ln w="10160">
            <a:solidFill>
              <a:srgbClr val="F8E7EA">
                <a:alpha val="0"/>
              </a:srgbClr>
            </a:solidFill>
          </a:ln>
        </p:spPr>
        <p:txBody>
          <a:bodyPr wrap="square" lIns="1016" tIns="1016" rIns="1016" bIns="1016" rtlCol="0" anchor="ctr">
            <a:normAutofit/>
          </a:bodyPr>
          <a:lstStyle/>
          <a:p>
            <a:pPr marL="0" indent="0" algn="ctr">
              <a:buNone/>
            </a:pPr>
            <a:r>
              <a:rPr lang="en-US" sz="2400" b="1" dirty="0">
                <a:solidFill>
                  <a:srgbClr val="8A4653"/>
                </a:solidFill>
                <a:latin typeface="Aptos" pitchFamily="34" charset="0"/>
                <a:ea typeface="Aptos" pitchFamily="34" charset="-122"/>
                <a:cs typeface="Aptos" pitchFamily="34" charset="-120"/>
              </a:rPr>
              <a:t>Attacker</a:t>
            </a:r>
            <a:endParaRPr lang="en-US" sz="2400" dirty="0">
              <a:solidFill>
                <a:srgbClr val="8A4653"/>
              </a:solidFill>
            </a:endParaRPr>
          </a:p>
        </p:txBody>
      </p:sp>
      <p:sp>
        <p:nvSpPr>
          <p:cNvPr id="24" name="Text 9">
            <a:extLst>
              <a:ext uri="{FF2B5EF4-FFF2-40B4-BE49-F238E27FC236}">
                <a16:creationId xmlns:a16="http://schemas.microsoft.com/office/drawing/2014/main" id="{6955CCAF-0281-5B91-7015-0972FF82FAD5}"/>
              </a:ext>
            </a:extLst>
          </p:cNvPr>
          <p:cNvSpPr/>
          <p:nvPr/>
        </p:nvSpPr>
        <p:spPr>
          <a:xfrm>
            <a:off x="5865614" y="2370465"/>
            <a:ext cx="2403400" cy="786384"/>
          </a:xfrm>
          <a:prstGeom prst="roundRect">
            <a:avLst>
              <a:gd name="adj" fmla="val 9302"/>
            </a:avLst>
          </a:prstGeom>
          <a:solidFill>
            <a:srgbClr val="FFFFFF"/>
          </a:solidFill>
          <a:ln w="10160">
            <a:solidFill>
              <a:srgbClr val="A11833"/>
            </a:solidFill>
          </a:ln>
          <a:effectLst>
            <a:outerShdw blurRad="19050" dist="7620" dir="2700000" algn="bl" rotWithShape="0">
              <a:srgbClr val="000000">
                <a:alpha val="12000"/>
              </a:srgbClr>
            </a:outerShdw>
          </a:effectLst>
        </p:spPr>
        <p:txBody>
          <a:bodyPr wrap="square" lIns="1016" tIns="1016" rIns="1016" bIns="1016" rtlCol="0" anchor="ctr">
            <a:noAutofit/>
          </a:bodyPr>
          <a:lstStyle/>
          <a:p>
            <a:pPr marL="0" indent="0" algn="ctr">
              <a:buNone/>
            </a:pPr>
            <a:r>
              <a:rPr lang="en-US" b="1" dirty="0">
                <a:solidFill>
                  <a:srgbClr val="A11833"/>
                </a:solidFill>
                <a:latin typeface="Aptos" pitchFamily="34" charset="0"/>
                <a:ea typeface="Aptos" pitchFamily="34" charset="-122"/>
                <a:cs typeface="Aptos" pitchFamily="34" charset="-120"/>
              </a:rPr>
              <a:t>Membership inference</a:t>
            </a:r>
            <a:endParaRPr lang="en-US" dirty="0"/>
          </a:p>
          <a:p>
            <a:pPr marL="0" indent="0" algn="ctr">
              <a:buNone/>
            </a:pPr>
            <a:r>
              <a:rPr lang="en-US" b="1" dirty="0">
                <a:solidFill>
                  <a:srgbClr val="A11833"/>
                </a:solidFill>
                <a:latin typeface="Aptos" pitchFamily="34" charset="0"/>
                <a:ea typeface="Aptos" pitchFamily="34" charset="-122"/>
                <a:cs typeface="Aptos" pitchFamily="34" charset="-120"/>
              </a:rPr>
              <a:t>Which rows were in B?</a:t>
            </a:r>
            <a:endParaRPr lang="en-US" dirty="0"/>
          </a:p>
        </p:txBody>
      </p:sp>
      <p:sp>
        <p:nvSpPr>
          <p:cNvPr id="28" name="Text 11">
            <a:extLst>
              <a:ext uri="{FF2B5EF4-FFF2-40B4-BE49-F238E27FC236}">
                <a16:creationId xmlns:a16="http://schemas.microsoft.com/office/drawing/2014/main" id="{19F2486A-8BEF-8CE4-DFCE-95F2463434C2}"/>
              </a:ext>
            </a:extLst>
          </p:cNvPr>
          <p:cNvSpPr/>
          <p:nvPr/>
        </p:nvSpPr>
        <p:spPr>
          <a:xfrm>
            <a:off x="8484502" y="1277007"/>
            <a:ext cx="3362233" cy="2593427"/>
          </a:xfrm>
          <a:prstGeom prst="roundRect">
            <a:avLst>
              <a:gd name="adj" fmla="val 8163"/>
            </a:avLst>
          </a:prstGeom>
          <a:solidFill>
            <a:srgbClr val="F3F6F8"/>
          </a:solidFill>
          <a:ln w="10160">
            <a:solidFill>
              <a:srgbClr val="F3F6F8">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algn="ctr"/>
            <a:r>
              <a:rPr lang="en-US" altLang="ja-JP" sz="2800" b="1" dirty="0">
                <a:solidFill>
                  <a:srgbClr val="14212B"/>
                </a:solidFill>
                <a:latin typeface="Aptos" pitchFamily="34" charset="0"/>
                <a:ea typeface="Aptos" pitchFamily="34" charset="-122"/>
                <a:cs typeface="Aptos" pitchFamily="34" charset="-120"/>
              </a:rPr>
              <a:t>Comparable </a:t>
            </a:r>
            <a:r>
              <a:rPr lang="en-US" sz="2800" b="1" dirty="0">
                <a:solidFill>
                  <a:srgbClr val="14212B"/>
                </a:solidFill>
                <a:latin typeface="Aptos" pitchFamily="34" charset="0"/>
                <a:ea typeface="Aptos" pitchFamily="34" charset="-122"/>
                <a:cs typeface="Aptos" pitchFamily="34" charset="-120"/>
              </a:rPr>
              <a:t>Scores</a:t>
            </a:r>
          </a:p>
          <a:p>
            <a:pPr algn="ctr"/>
            <a:endParaRPr lang="en-US" sz="2800" b="1" dirty="0">
              <a:solidFill>
                <a:srgbClr val="14212B"/>
              </a:solidFill>
              <a:latin typeface="Aptos" pitchFamily="34" charset="0"/>
              <a:ea typeface="Aptos" pitchFamily="34" charset="-122"/>
              <a:cs typeface="Aptos" pitchFamily="34" charset="-120"/>
            </a:endParaRPr>
          </a:p>
          <a:p>
            <a:pPr algn="ctr"/>
            <a:r>
              <a:rPr lang="en-US" sz="2800" b="1" dirty="0">
                <a:solidFill>
                  <a:srgbClr val="0070C0"/>
                </a:solidFill>
                <a:latin typeface="Aptos" pitchFamily="34" charset="0"/>
                <a:ea typeface="Aptos" pitchFamily="34" charset="-122"/>
                <a:cs typeface="Aptos" pitchFamily="34" charset="-120"/>
              </a:rPr>
              <a:t>Utility</a:t>
            </a:r>
            <a:r>
              <a:rPr lang="en-US" sz="2000" b="1" dirty="0">
                <a:solidFill>
                  <a:srgbClr val="14212B"/>
                </a:solidFill>
                <a:latin typeface="Aptos" pitchFamily="34" charset="0"/>
                <a:ea typeface="Aptos" pitchFamily="34" charset="-122"/>
                <a:cs typeface="Aptos" pitchFamily="34" charset="-120"/>
              </a:rPr>
              <a:t> </a:t>
            </a:r>
            <a:r>
              <a:rPr lang="en-US" altLang="ja-JP" sz="1600" b="1" dirty="0">
                <a:solidFill>
                  <a:srgbClr val="14212B"/>
                </a:solidFill>
                <a:latin typeface="Aptos" pitchFamily="34" charset="0"/>
                <a:ea typeface="Aptos" pitchFamily="34" charset="-122"/>
                <a:cs typeface="Aptos" pitchFamily="34" charset="-120"/>
              </a:rPr>
              <a:t>(of C and D)</a:t>
            </a:r>
          </a:p>
          <a:p>
            <a:pPr algn="ctr"/>
            <a:r>
              <a:rPr lang="en-US" sz="2800" b="1" dirty="0">
                <a:solidFill>
                  <a:srgbClr val="0070C0"/>
                </a:solidFill>
                <a:latin typeface="Aptos" pitchFamily="34" charset="0"/>
                <a:ea typeface="Aptos" pitchFamily="34" charset="-122"/>
                <a:cs typeface="Aptos" pitchFamily="34" charset="-120"/>
              </a:rPr>
              <a:t>Anonymity</a:t>
            </a:r>
            <a:r>
              <a:rPr lang="en-US" sz="2000" b="1" dirty="0">
                <a:solidFill>
                  <a:srgbClr val="14212B"/>
                </a:solidFill>
                <a:latin typeface="Aptos" pitchFamily="34" charset="0"/>
                <a:ea typeface="Aptos" pitchFamily="34" charset="-122"/>
                <a:cs typeface="Aptos" pitchFamily="34" charset="-120"/>
              </a:rPr>
              <a:t> </a:t>
            </a:r>
            <a:r>
              <a:rPr lang="en-US" altLang="ja-JP" sz="1600" b="1" dirty="0">
                <a:solidFill>
                  <a:srgbClr val="14212B"/>
                </a:solidFill>
                <a:latin typeface="Aptos" pitchFamily="34" charset="0"/>
                <a:ea typeface="Aptos" pitchFamily="34" charset="-122"/>
                <a:cs typeface="Aptos" pitchFamily="34" charset="-120"/>
              </a:rPr>
              <a:t>(of C and D)</a:t>
            </a:r>
          </a:p>
          <a:p>
            <a:pPr algn="ctr"/>
            <a:r>
              <a:rPr lang="en-US" sz="2400" b="1" dirty="0">
                <a:solidFill>
                  <a:srgbClr val="C00000"/>
                </a:solidFill>
                <a:latin typeface="Aptos" pitchFamily="34" charset="0"/>
                <a:ea typeface="Aptos" pitchFamily="34" charset="-122"/>
                <a:cs typeface="Aptos" pitchFamily="34" charset="-120"/>
              </a:rPr>
              <a:t>Attack Effect</a:t>
            </a:r>
            <a:r>
              <a:rPr lang="en-US" altLang="ja-JP" sz="2000" b="1" dirty="0">
                <a:solidFill>
                  <a:srgbClr val="C00000"/>
                </a:solidFill>
                <a:latin typeface="Aptos" pitchFamily="34" charset="0"/>
                <a:ea typeface="Aptos" pitchFamily="34" charset="-122"/>
                <a:cs typeface="Aptos" pitchFamily="34" charset="-120"/>
              </a:rPr>
              <a:t> </a:t>
            </a:r>
            <a:r>
              <a:rPr lang="en-US" altLang="ja-JP" sz="1600" b="1" dirty="0">
                <a:solidFill>
                  <a:srgbClr val="14212B"/>
                </a:solidFill>
                <a:latin typeface="Aptos" pitchFamily="34" charset="0"/>
                <a:ea typeface="Aptos" pitchFamily="34" charset="-122"/>
                <a:cs typeface="Aptos" pitchFamily="34" charset="-120"/>
              </a:rPr>
              <a:t>(of Attacker)</a:t>
            </a:r>
            <a:endParaRPr lang="en-US" sz="2000" dirty="0"/>
          </a:p>
        </p:txBody>
      </p:sp>
      <p:sp>
        <p:nvSpPr>
          <p:cNvPr id="29" name="テキスト ボックス 28">
            <a:extLst>
              <a:ext uri="{FF2B5EF4-FFF2-40B4-BE49-F238E27FC236}">
                <a16:creationId xmlns:a16="http://schemas.microsoft.com/office/drawing/2014/main" id="{DF605C0A-BB1D-A64F-1CAC-57D060F376A6}"/>
              </a:ext>
            </a:extLst>
          </p:cNvPr>
          <p:cNvSpPr txBox="1"/>
          <p:nvPr/>
        </p:nvSpPr>
        <p:spPr>
          <a:xfrm>
            <a:off x="2149498" y="2004888"/>
            <a:ext cx="894797" cy="338554"/>
          </a:xfrm>
          <a:prstGeom prst="rect">
            <a:avLst/>
          </a:prstGeom>
          <a:noFill/>
        </p:spPr>
        <p:txBody>
          <a:bodyPr wrap="none" rtlCol="0">
            <a:spAutoFit/>
          </a:bodyPr>
          <a:lstStyle/>
          <a:p>
            <a:r>
              <a:rPr lang="en-US" altLang="ja-JP" sz="1600" dirty="0">
                <a:latin typeface="Aptos" panose="020B0004020202020204" pitchFamily="34" charset="0"/>
              </a:rPr>
              <a:t>Process</a:t>
            </a:r>
            <a:endParaRPr lang="ja-JP" altLang="en-US" sz="1600" dirty="0">
              <a:latin typeface="Aptos" panose="020B0004020202020204" pitchFamily="34" charset="0"/>
            </a:endParaRPr>
          </a:p>
        </p:txBody>
      </p:sp>
      <p:sp>
        <p:nvSpPr>
          <p:cNvPr id="30" name="四角形: 角を丸くする 29">
            <a:extLst>
              <a:ext uri="{FF2B5EF4-FFF2-40B4-BE49-F238E27FC236}">
                <a16:creationId xmlns:a16="http://schemas.microsoft.com/office/drawing/2014/main" id="{6A12CC93-DC28-1E78-451F-9BA2F75C5C39}"/>
              </a:ext>
            </a:extLst>
          </p:cNvPr>
          <p:cNvSpPr/>
          <p:nvPr/>
        </p:nvSpPr>
        <p:spPr>
          <a:xfrm>
            <a:off x="181303" y="1174531"/>
            <a:ext cx="11847787" cy="275798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9F8A8C1-C148-6A0E-B189-95D23EBF391E}"/>
              </a:ext>
            </a:extLst>
          </p:cNvPr>
          <p:cNvSpPr txBox="1"/>
          <p:nvPr/>
        </p:nvSpPr>
        <p:spPr>
          <a:xfrm>
            <a:off x="562414" y="941460"/>
            <a:ext cx="2153666" cy="461665"/>
          </a:xfrm>
          <a:prstGeom prst="rect">
            <a:avLst/>
          </a:prstGeom>
          <a:solidFill>
            <a:schemeClr val="bg1"/>
          </a:solidFill>
        </p:spPr>
        <p:txBody>
          <a:bodyPr wrap="none" rtlCol="0">
            <a:spAutoFit/>
          </a:bodyPr>
          <a:lstStyle/>
          <a:p>
            <a:r>
              <a:rPr kumimoji="1" lang="en-US" altLang="ja-JP" sz="2400" dirty="0">
                <a:latin typeface="Aptos" panose="020B0004020202020204" pitchFamily="34" charset="0"/>
              </a:rPr>
              <a:t>PWS Cup 2025</a:t>
            </a:r>
            <a:endParaRPr kumimoji="1" lang="ja-JP" altLang="en-US" sz="2400" dirty="0">
              <a:latin typeface="Aptos" panose="020B0004020202020204" pitchFamily="34" charset="0"/>
            </a:endParaRPr>
          </a:p>
        </p:txBody>
      </p:sp>
      <p:sp>
        <p:nvSpPr>
          <p:cNvPr id="39" name="矢印: V 字型 38">
            <a:extLst>
              <a:ext uri="{FF2B5EF4-FFF2-40B4-BE49-F238E27FC236}">
                <a16:creationId xmlns:a16="http://schemas.microsoft.com/office/drawing/2014/main" id="{6D322A04-FBBD-7EBE-31CF-B6DDCF1101FD}"/>
              </a:ext>
            </a:extLst>
          </p:cNvPr>
          <p:cNvSpPr/>
          <p:nvPr/>
        </p:nvSpPr>
        <p:spPr>
          <a:xfrm rot="10800000">
            <a:off x="4884472" y="2552176"/>
            <a:ext cx="868129" cy="347994"/>
          </a:xfrm>
          <a:prstGeom prst="notch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31D45052-57DC-290E-C60B-EEB70608AC3B}"/>
              </a:ext>
            </a:extLst>
          </p:cNvPr>
          <p:cNvSpPr txBox="1"/>
          <p:nvPr/>
        </p:nvSpPr>
        <p:spPr>
          <a:xfrm>
            <a:off x="5011525" y="2331478"/>
            <a:ext cx="751103" cy="338554"/>
          </a:xfrm>
          <a:prstGeom prst="rect">
            <a:avLst/>
          </a:prstGeom>
          <a:noFill/>
        </p:spPr>
        <p:txBody>
          <a:bodyPr wrap="none" rtlCol="0">
            <a:spAutoFit/>
          </a:bodyPr>
          <a:lstStyle/>
          <a:p>
            <a:r>
              <a:rPr kumimoji="1" lang="en-US" altLang="ja-JP" sz="1600" dirty="0">
                <a:latin typeface="Aptos" panose="020B0004020202020204" pitchFamily="34" charset="0"/>
              </a:rPr>
              <a:t>Attack</a:t>
            </a:r>
          </a:p>
        </p:txBody>
      </p:sp>
      <p:sp>
        <p:nvSpPr>
          <p:cNvPr id="43" name="Shape 4">
            <a:extLst>
              <a:ext uri="{FF2B5EF4-FFF2-40B4-BE49-F238E27FC236}">
                <a16:creationId xmlns:a16="http://schemas.microsoft.com/office/drawing/2014/main" id="{05F5D7BF-6CDA-5404-5138-E043FDB0334D}"/>
              </a:ext>
            </a:extLst>
          </p:cNvPr>
          <p:cNvSpPr/>
          <p:nvPr/>
        </p:nvSpPr>
        <p:spPr>
          <a:xfrm>
            <a:off x="2267712" y="2783176"/>
            <a:ext cx="626277" cy="414897"/>
          </a:xfrm>
          <a:prstGeom prst="line">
            <a:avLst/>
          </a:prstGeom>
          <a:noFill/>
          <a:ln w="25400">
            <a:solidFill>
              <a:srgbClr val="C8D2DA"/>
            </a:solidFill>
            <a:prstDash val="solid"/>
            <a:tailEnd type="triangle"/>
          </a:ln>
        </p:spPr>
        <p:txBody>
          <a:bodyPr/>
          <a:lstStyle/>
          <a:p>
            <a:endParaRPr lang="ja-JP" altLang="en-US"/>
          </a:p>
        </p:txBody>
      </p:sp>
      <p:sp>
        <p:nvSpPr>
          <p:cNvPr id="45" name="テキスト ボックス 44">
            <a:extLst>
              <a:ext uri="{FF2B5EF4-FFF2-40B4-BE49-F238E27FC236}">
                <a16:creationId xmlns:a16="http://schemas.microsoft.com/office/drawing/2014/main" id="{33041682-3808-5458-5F82-9E7638D102B9}"/>
              </a:ext>
            </a:extLst>
          </p:cNvPr>
          <p:cNvSpPr txBox="1"/>
          <p:nvPr/>
        </p:nvSpPr>
        <p:spPr>
          <a:xfrm>
            <a:off x="2227922" y="3156849"/>
            <a:ext cx="608565" cy="338554"/>
          </a:xfrm>
          <a:prstGeom prst="rect">
            <a:avLst/>
          </a:prstGeom>
          <a:noFill/>
        </p:spPr>
        <p:txBody>
          <a:bodyPr wrap="none" rtlCol="0">
            <a:spAutoFit/>
          </a:bodyPr>
          <a:lstStyle/>
          <a:p>
            <a:r>
              <a:rPr lang="en-US" altLang="ja-JP" sz="1600" dirty="0">
                <a:latin typeface="Aptos" panose="020B0004020202020204" pitchFamily="34" charset="0"/>
              </a:rPr>
              <a:t>Train</a:t>
            </a:r>
            <a:endParaRPr lang="ja-JP" altLang="en-US" sz="1600" dirty="0">
              <a:latin typeface="Aptos" panose="020B0004020202020204" pitchFamily="34" charset="0"/>
            </a:endParaRPr>
          </a:p>
        </p:txBody>
      </p:sp>
      <p:sp>
        <p:nvSpPr>
          <p:cNvPr id="47" name="Text 12">
            <a:extLst>
              <a:ext uri="{FF2B5EF4-FFF2-40B4-BE49-F238E27FC236}">
                <a16:creationId xmlns:a16="http://schemas.microsoft.com/office/drawing/2014/main" id="{E35939A2-21D4-3A3F-9585-57CBBA8F7295}"/>
              </a:ext>
            </a:extLst>
          </p:cNvPr>
          <p:cNvSpPr/>
          <p:nvPr/>
        </p:nvSpPr>
        <p:spPr>
          <a:xfrm>
            <a:off x="497332" y="4091145"/>
            <a:ext cx="4514193" cy="777240"/>
          </a:xfrm>
          <a:prstGeom prst="roundRect">
            <a:avLst>
              <a:gd name="adj" fmla="val 9412"/>
            </a:avLst>
          </a:prstGeom>
          <a:solidFill>
            <a:srgbClr val="F8E7EA"/>
          </a:solidFill>
          <a:ln w="10160">
            <a:solidFill>
              <a:srgbClr val="F8E7EA">
                <a:alpha val="0"/>
              </a:srgbClr>
            </a:solidFill>
          </a:ln>
        </p:spPr>
        <p:txBody>
          <a:bodyPr wrap="square" lIns="1016" tIns="1016" rIns="1016" bIns="1016" rtlCol="0" anchor="ctr">
            <a:noAutofit/>
          </a:bodyPr>
          <a:lstStyle/>
          <a:p>
            <a:pPr marL="0" indent="0" algn="ctr">
              <a:buNone/>
            </a:pPr>
            <a:r>
              <a:rPr lang="en-US" sz="2000" b="1" dirty="0">
                <a:solidFill>
                  <a:srgbClr val="A11833"/>
                </a:solidFill>
                <a:latin typeface="Aptos" pitchFamily="34" charset="0"/>
                <a:ea typeface="Aptos" pitchFamily="34" charset="-122"/>
                <a:cs typeface="Aptos" pitchFamily="34" charset="-120"/>
              </a:rPr>
              <a:t>Like </a:t>
            </a:r>
            <a:r>
              <a:rPr lang="en-US" sz="2000" b="1" dirty="0">
                <a:latin typeface="Aptos" pitchFamily="34" charset="0"/>
                <a:ea typeface="Aptos" pitchFamily="34" charset="-122"/>
                <a:cs typeface="Aptos" pitchFamily="34" charset="-120"/>
              </a:rPr>
              <a:t>the real world:</a:t>
            </a:r>
            <a:endParaRPr lang="en-US" sz="2000" dirty="0"/>
          </a:p>
          <a:p>
            <a:pPr marL="0" indent="0" algn="ctr">
              <a:buNone/>
            </a:pPr>
            <a:r>
              <a:rPr lang="en-US" sz="2000" b="1" dirty="0">
                <a:latin typeface="Aptos" pitchFamily="34" charset="0"/>
                <a:ea typeface="Aptos" pitchFamily="34" charset="-122"/>
                <a:cs typeface="Aptos" pitchFamily="34" charset="-120"/>
              </a:rPr>
              <a:t>implementation mostly hidden</a:t>
            </a:r>
            <a:endParaRPr lang="en-US" sz="2000" dirty="0"/>
          </a:p>
        </p:txBody>
      </p:sp>
      <p:sp>
        <p:nvSpPr>
          <p:cNvPr id="49" name="Text 13">
            <a:extLst>
              <a:ext uri="{FF2B5EF4-FFF2-40B4-BE49-F238E27FC236}">
                <a16:creationId xmlns:a16="http://schemas.microsoft.com/office/drawing/2014/main" id="{B6966144-38CE-36DF-EC92-D5443109A772}"/>
              </a:ext>
            </a:extLst>
          </p:cNvPr>
          <p:cNvSpPr/>
          <p:nvPr/>
        </p:nvSpPr>
        <p:spPr>
          <a:xfrm>
            <a:off x="480717" y="5100797"/>
            <a:ext cx="4530807" cy="777240"/>
          </a:xfrm>
          <a:prstGeom prst="roundRect">
            <a:avLst>
              <a:gd name="adj" fmla="val 9412"/>
            </a:avLst>
          </a:prstGeom>
          <a:solidFill>
            <a:srgbClr val="F0F5FA"/>
          </a:solidFill>
          <a:ln w="10160">
            <a:solidFill>
              <a:srgbClr val="F0F5FA">
                <a:alpha val="0"/>
              </a:srgbClr>
            </a:solidFill>
          </a:ln>
        </p:spPr>
        <p:txBody>
          <a:bodyPr wrap="square" lIns="1016" tIns="1016" rIns="1016" bIns="1016" rtlCol="0" anchor="ctr">
            <a:normAutofit/>
          </a:bodyPr>
          <a:lstStyle/>
          <a:p>
            <a:pPr marL="0" indent="0" algn="ctr">
              <a:buNone/>
            </a:pPr>
            <a:r>
              <a:rPr lang="en-US" sz="2000" b="1" dirty="0">
                <a:solidFill>
                  <a:srgbClr val="1F73B7"/>
                </a:solidFill>
                <a:latin typeface="Aptos" pitchFamily="34" charset="0"/>
                <a:ea typeface="Aptos" pitchFamily="34" charset="-122"/>
                <a:cs typeface="Aptos" pitchFamily="34" charset="-120"/>
              </a:rPr>
              <a:t>Unlike </a:t>
            </a:r>
            <a:r>
              <a:rPr lang="en-US" sz="2000" b="1" dirty="0">
                <a:latin typeface="Aptos" pitchFamily="34" charset="0"/>
                <a:ea typeface="Aptos" pitchFamily="34" charset="-122"/>
                <a:cs typeface="Aptos" pitchFamily="34" charset="-120"/>
              </a:rPr>
              <a:t>the real world:</a:t>
            </a:r>
            <a:endParaRPr lang="en-US" sz="2000" dirty="0"/>
          </a:p>
          <a:p>
            <a:pPr marL="0" indent="0" algn="ctr">
              <a:buNone/>
            </a:pPr>
            <a:r>
              <a:rPr lang="en-US" sz="2000" b="1" dirty="0">
                <a:latin typeface="Aptos" pitchFamily="34" charset="0"/>
                <a:ea typeface="Aptos" pitchFamily="34" charset="-122"/>
                <a:cs typeface="Aptos" pitchFamily="34" charset="-120"/>
              </a:rPr>
              <a:t>common evaluation framework</a:t>
            </a:r>
            <a:endParaRPr lang="en-US" sz="2000" dirty="0"/>
          </a:p>
        </p:txBody>
      </p:sp>
      <p:sp>
        <p:nvSpPr>
          <p:cNvPr id="51" name="Text 14">
            <a:extLst>
              <a:ext uri="{FF2B5EF4-FFF2-40B4-BE49-F238E27FC236}">
                <a16:creationId xmlns:a16="http://schemas.microsoft.com/office/drawing/2014/main" id="{368A7328-6A2B-36F4-8E43-3DD2DD0C34CF}"/>
              </a:ext>
            </a:extLst>
          </p:cNvPr>
          <p:cNvSpPr/>
          <p:nvPr/>
        </p:nvSpPr>
        <p:spPr>
          <a:xfrm>
            <a:off x="5504268" y="4312798"/>
            <a:ext cx="6096000" cy="1243004"/>
          </a:xfrm>
          <a:prstGeom prst="roundRect">
            <a:avLst>
              <a:gd name="adj" fmla="val 9412"/>
            </a:avLst>
          </a:prstGeom>
          <a:solidFill>
            <a:srgbClr val="FFF3E5"/>
          </a:solidFill>
          <a:ln w="10160">
            <a:solidFill>
              <a:srgbClr val="FFF3E5">
                <a:alpha val="0"/>
              </a:srgbClr>
            </a:solidFill>
          </a:ln>
        </p:spPr>
        <p:txBody>
          <a:bodyPr wrap="square" lIns="1016" tIns="1016" rIns="1016" bIns="1016" rtlCol="0" anchor="ctr">
            <a:noAutofit/>
          </a:bodyPr>
          <a:lstStyle/>
          <a:p>
            <a:pPr marL="0" indent="0" algn="ctr">
              <a:buNone/>
            </a:pPr>
            <a:r>
              <a:rPr lang="en-US" sz="2400" b="1" dirty="0">
                <a:latin typeface="Aptos" pitchFamily="34" charset="0"/>
                <a:ea typeface="Aptos" pitchFamily="34" charset="-122"/>
                <a:cs typeface="Aptos" pitchFamily="34" charset="-120"/>
              </a:rPr>
              <a:t>Final showcase</a:t>
            </a:r>
            <a:endParaRPr lang="en-US" sz="2400" dirty="0"/>
          </a:p>
          <a:p>
            <a:pPr marL="0" indent="0" algn="ctr">
              <a:buNone/>
            </a:pPr>
            <a:r>
              <a:rPr lang="en-US" sz="2400" b="1" dirty="0">
                <a:solidFill>
                  <a:srgbClr val="DA8321"/>
                </a:solidFill>
                <a:latin typeface="Aptos" pitchFamily="34" charset="0"/>
                <a:ea typeface="Aptos" pitchFamily="34" charset="-122"/>
                <a:cs typeface="Aptos" pitchFamily="34" charset="-120"/>
              </a:rPr>
              <a:t>posters + short talks </a:t>
            </a:r>
            <a:br>
              <a:rPr lang="en-US" sz="2400" b="1" dirty="0">
                <a:solidFill>
                  <a:srgbClr val="DA8321"/>
                </a:solidFill>
                <a:latin typeface="Aptos" pitchFamily="34" charset="0"/>
                <a:ea typeface="Aptos" pitchFamily="34" charset="-122"/>
                <a:cs typeface="Aptos" pitchFamily="34" charset="-120"/>
              </a:rPr>
            </a:br>
            <a:r>
              <a:rPr lang="en-US" sz="2400" b="1" dirty="0">
                <a:latin typeface="Aptos" pitchFamily="34" charset="0"/>
                <a:ea typeface="Aptos" pitchFamily="34" charset="-122"/>
                <a:cs typeface="Aptos" pitchFamily="34" charset="-120"/>
              </a:rPr>
              <a:t>provide type-level descriptions</a:t>
            </a:r>
            <a:endParaRPr lang="en-US" sz="2400" dirty="0"/>
          </a:p>
        </p:txBody>
      </p:sp>
    </p:spTree>
    <p:extLst>
      <p:ext uri="{BB962C8B-B14F-4D97-AF65-F5344CB8AC3E}">
        <p14:creationId xmlns:p14="http://schemas.microsoft.com/office/powerpoint/2010/main" val="3969964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A9E56-EE5D-6B98-FC37-73DF938B78F1}"/>
            </a:ext>
          </a:extLst>
        </p:cNvPr>
        <p:cNvGrpSpPr/>
        <p:nvPr/>
      </p:nvGrpSpPr>
      <p:grpSpPr>
        <a:xfrm>
          <a:off x="0" y="0"/>
          <a:ext cx="0" cy="0"/>
          <a:chOff x="0" y="0"/>
          <a:chExt cx="0" cy="0"/>
        </a:xfrm>
      </p:grpSpPr>
      <p:sp>
        <p:nvSpPr>
          <p:cNvPr id="81" name="Text 8">
            <a:extLst>
              <a:ext uri="{FF2B5EF4-FFF2-40B4-BE49-F238E27FC236}">
                <a16:creationId xmlns:a16="http://schemas.microsoft.com/office/drawing/2014/main" id="{0F5F06FD-D0B6-F9C4-1B12-FD57E8BA3617}"/>
              </a:ext>
            </a:extLst>
          </p:cNvPr>
          <p:cNvSpPr/>
          <p:nvPr/>
        </p:nvSpPr>
        <p:spPr>
          <a:xfrm>
            <a:off x="479323" y="5617250"/>
            <a:ext cx="5307173" cy="662850"/>
          </a:xfrm>
          <a:prstGeom prst="roundRect">
            <a:avLst>
              <a:gd name="adj" fmla="val 9756"/>
            </a:avLst>
          </a:prstGeom>
          <a:solidFill>
            <a:srgbClr val="F8E7EA"/>
          </a:solidFill>
          <a:ln w="10160">
            <a:solidFill>
              <a:srgbClr val="F8E7EA">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2400" dirty="0"/>
          </a:p>
        </p:txBody>
      </p:sp>
      <p:sp>
        <p:nvSpPr>
          <p:cNvPr id="77" name="Text 2">
            <a:extLst>
              <a:ext uri="{FF2B5EF4-FFF2-40B4-BE49-F238E27FC236}">
                <a16:creationId xmlns:a16="http://schemas.microsoft.com/office/drawing/2014/main" id="{367D3807-7563-26A8-33CE-582DCCAA8EF0}"/>
              </a:ext>
            </a:extLst>
          </p:cNvPr>
          <p:cNvSpPr/>
          <p:nvPr/>
        </p:nvSpPr>
        <p:spPr>
          <a:xfrm>
            <a:off x="450395" y="3554233"/>
            <a:ext cx="5341620" cy="1663997"/>
          </a:xfrm>
          <a:prstGeom prst="roundRect">
            <a:avLst>
              <a:gd name="adj" fmla="val 9756"/>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2400" b="1" dirty="0">
              <a:latin typeface="Aptos" panose="020B0004020202020204" pitchFamily="34" charset="0"/>
            </a:endParaRPr>
          </a:p>
        </p:txBody>
      </p:sp>
      <p:sp>
        <p:nvSpPr>
          <p:cNvPr id="4" name="フッター プレースホルダー 3">
            <a:extLst>
              <a:ext uri="{FF2B5EF4-FFF2-40B4-BE49-F238E27FC236}">
                <a16:creationId xmlns:a16="http://schemas.microsoft.com/office/drawing/2014/main" id="{F9C217C7-0394-2447-8673-F30F547ABCF3}"/>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F1FE7003-9E28-4677-6428-9B452E4AC008}"/>
              </a:ext>
            </a:extLst>
          </p:cNvPr>
          <p:cNvSpPr>
            <a:spLocks noGrp="1"/>
          </p:cNvSpPr>
          <p:nvPr>
            <p:ph type="sldNum" sz="quarter" idx="12"/>
          </p:nvPr>
        </p:nvSpPr>
        <p:spPr/>
        <p:txBody>
          <a:bodyPr/>
          <a:lstStyle/>
          <a:p>
            <a:fld id="{23177E0D-DEDB-4F71-BE70-957F7FD4B592}" type="slidenum">
              <a:rPr kumimoji="1" lang="ja-JP" altLang="en-US" smtClean="0"/>
              <a:t>10</a:t>
            </a:fld>
            <a:endParaRPr kumimoji="1" lang="ja-JP" altLang="en-US" dirty="0"/>
          </a:p>
        </p:txBody>
      </p:sp>
      <p:sp>
        <p:nvSpPr>
          <p:cNvPr id="6" name="Text 1">
            <a:extLst>
              <a:ext uri="{FF2B5EF4-FFF2-40B4-BE49-F238E27FC236}">
                <a16:creationId xmlns:a16="http://schemas.microsoft.com/office/drawing/2014/main" id="{D70CFFE1-8D1D-E9BE-4E89-F312BEC712B6}"/>
              </a:ext>
            </a:extLst>
          </p:cNvPr>
          <p:cNvSpPr/>
          <p:nvPr/>
        </p:nvSpPr>
        <p:spPr>
          <a:xfrm>
            <a:off x="548640" y="411480"/>
            <a:ext cx="11155680" cy="438912"/>
          </a:xfrm>
          <a:prstGeom prst="rect">
            <a:avLst/>
          </a:prstGeom>
          <a:noFill/>
          <a:ln/>
        </p:spPr>
        <p:txBody>
          <a:bodyPr wrap="square" lIns="0" tIns="0" rIns="0" bIns="0" rtlCol="0" anchor="ctr"/>
          <a:lstStyle/>
          <a:p>
            <a:pPr marL="0" indent="0">
              <a:buNone/>
            </a:pPr>
            <a:r>
              <a:rPr lang="en-US" sz="2800" b="1" dirty="0">
                <a:solidFill>
                  <a:srgbClr val="14212B"/>
                </a:solidFill>
                <a:latin typeface="Georgia" pitchFamily="34" charset="0"/>
                <a:ea typeface="Georgia" pitchFamily="34" charset="-122"/>
                <a:cs typeface="Georgia" pitchFamily="34" charset="-120"/>
              </a:rPr>
              <a:t>Turn vague presentations into testable questions</a:t>
            </a:r>
            <a:endParaRPr lang="en-US" sz="2800" dirty="0"/>
          </a:p>
        </p:txBody>
      </p:sp>
      <p:sp>
        <p:nvSpPr>
          <p:cNvPr id="14" name="Text 2">
            <a:extLst>
              <a:ext uri="{FF2B5EF4-FFF2-40B4-BE49-F238E27FC236}">
                <a16:creationId xmlns:a16="http://schemas.microsoft.com/office/drawing/2014/main" id="{2D6EC4C0-EBF8-5041-D12F-9DCFEEAAB9DC}"/>
              </a:ext>
            </a:extLst>
          </p:cNvPr>
          <p:cNvSpPr/>
          <p:nvPr/>
        </p:nvSpPr>
        <p:spPr>
          <a:xfrm>
            <a:off x="365760" y="1272154"/>
            <a:ext cx="2314378" cy="930157"/>
          </a:xfrm>
          <a:prstGeom prst="roundRect">
            <a:avLst>
              <a:gd name="adj" fmla="val 9756"/>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solidFill>
                  <a:srgbClr val="14212B"/>
                </a:solidFill>
                <a:latin typeface="Aptos" pitchFamily="34" charset="0"/>
                <a:ea typeface="Aptos" pitchFamily="34" charset="-122"/>
                <a:cs typeface="Aptos" pitchFamily="34" charset="-120"/>
              </a:rPr>
              <a:t>24 teams</a:t>
            </a:r>
            <a:endParaRPr lang="en-US" sz="2400" dirty="0"/>
          </a:p>
          <a:p>
            <a:pPr marL="0" indent="0" algn="ctr">
              <a:buNone/>
            </a:pPr>
            <a:r>
              <a:rPr lang="en-US" sz="2400" b="1" dirty="0">
                <a:solidFill>
                  <a:srgbClr val="14212B"/>
                </a:solidFill>
                <a:latin typeface="Aptos" pitchFamily="34" charset="0"/>
                <a:ea typeface="Aptos" pitchFamily="34" charset="-122"/>
                <a:cs typeface="Aptos" pitchFamily="34" charset="-120"/>
              </a:rPr>
              <a:t>registered</a:t>
            </a:r>
            <a:endParaRPr lang="en-US" sz="2400" dirty="0"/>
          </a:p>
        </p:txBody>
      </p:sp>
      <p:sp>
        <p:nvSpPr>
          <p:cNvPr id="22" name="Text 4">
            <a:extLst>
              <a:ext uri="{FF2B5EF4-FFF2-40B4-BE49-F238E27FC236}">
                <a16:creationId xmlns:a16="http://schemas.microsoft.com/office/drawing/2014/main" id="{F1D1D633-9F26-35BB-3655-4E8C5BB09694}"/>
              </a:ext>
            </a:extLst>
          </p:cNvPr>
          <p:cNvSpPr/>
          <p:nvPr/>
        </p:nvSpPr>
        <p:spPr>
          <a:xfrm>
            <a:off x="3366253" y="1272155"/>
            <a:ext cx="2314378" cy="930157"/>
          </a:xfrm>
          <a:prstGeom prst="roundRect">
            <a:avLst>
              <a:gd name="adj" fmla="val 9756"/>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1016" tIns="1016" rIns="1016" bIns="1016" rtlCol="0" anchor="ctr">
            <a:normAutofit fontScale="92500"/>
          </a:bodyPr>
          <a:lstStyle/>
          <a:p>
            <a:pPr marL="0" indent="0" algn="ctr">
              <a:buNone/>
            </a:pPr>
            <a:r>
              <a:rPr lang="en-US" sz="2800" b="1" dirty="0">
                <a:solidFill>
                  <a:srgbClr val="14212B"/>
                </a:solidFill>
                <a:latin typeface="Aptos" pitchFamily="34" charset="0"/>
                <a:ea typeface="Aptos" pitchFamily="34" charset="-122"/>
                <a:cs typeface="Aptos" pitchFamily="34" charset="-120"/>
              </a:rPr>
              <a:t>20 strategies</a:t>
            </a:r>
            <a:endParaRPr lang="en-US" sz="2800" dirty="0"/>
          </a:p>
          <a:p>
            <a:pPr marL="0" indent="0" algn="ctr">
              <a:buNone/>
            </a:pPr>
            <a:r>
              <a:rPr lang="en-US" sz="2800" b="1" dirty="0">
                <a:solidFill>
                  <a:srgbClr val="14212B"/>
                </a:solidFill>
                <a:latin typeface="Aptos" pitchFamily="34" charset="0"/>
                <a:ea typeface="Aptos" pitchFamily="34" charset="-122"/>
                <a:cs typeface="Aptos" pitchFamily="34" charset="-120"/>
              </a:rPr>
              <a:t>reconstructed</a:t>
            </a:r>
            <a:endParaRPr lang="en-US" sz="2800" dirty="0"/>
          </a:p>
        </p:txBody>
      </p:sp>
      <p:sp>
        <p:nvSpPr>
          <p:cNvPr id="30" name="Text 6">
            <a:extLst>
              <a:ext uri="{FF2B5EF4-FFF2-40B4-BE49-F238E27FC236}">
                <a16:creationId xmlns:a16="http://schemas.microsoft.com/office/drawing/2014/main" id="{601F9C2B-9202-A739-0656-1D41A146F3FA}"/>
              </a:ext>
            </a:extLst>
          </p:cNvPr>
          <p:cNvSpPr/>
          <p:nvPr/>
        </p:nvSpPr>
        <p:spPr>
          <a:xfrm>
            <a:off x="6316244" y="1272154"/>
            <a:ext cx="2314378" cy="930157"/>
          </a:xfrm>
          <a:prstGeom prst="roundRect">
            <a:avLst>
              <a:gd name="adj" fmla="val 9756"/>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solidFill>
                  <a:srgbClr val="14212B"/>
                </a:solidFill>
                <a:latin typeface="Aptos" pitchFamily="34" charset="0"/>
                <a:ea typeface="Aptos" pitchFamily="34" charset="-122"/>
                <a:cs typeface="Aptos" pitchFamily="34" charset="-120"/>
              </a:rPr>
              <a:t>Categorical</a:t>
            </a:r>
            <a:endParaRPr lang="en-US" sz="2400" dirty="0"/>
          </a:p>
          <a:p>
            <a:pPr marL="0" indent="0" algn="ctr">
              <a:buNone/>
            </a:pPr>
            <a:r>
              <a:rPr lang="en-US" sz="2400" b="1" dirty="0">
                <a:solidFill>
                  <a:srgbClr val="14212B"/>
                </a:solidFill>
                <a:latin typeface="Aptos" pitchFamily="34" charset="0"/>
                <a:ea typeface="Aptos" pitchFamily="34" charset="-122"/>
                <a:cs typeface="Aptos" pitchFamily="34" charset="-120"/>
              </a:rPr>
              <a:t>features</a:t>
            </a:r>
            <a:endParaRPr lang="en-US" sz="2400" dirty="0"/>
          </a:p>
        </p:txBody>
      </p:sp>
      <p:sp>
        <p:nvSpPr>
          <p:cNvPr id="38" name="Text 8">
            <a:extLst>
              <a:ext uri="{FF2B5EF4-FFF2-40B4-BE49-F238E27FC236}">
                <a16:creationId xmlns:a16="http://schemas.microsoft.com/office/drawing/2014/main" id="{103FF012-C978-17CA-F377-2DD4E0BC13BA}"/>
              </a:ext>
            </a:extLst>
          </p:cNvPr>
          <p:cNvSpPr/>
          <p:nvPr/>
        </p:nvSpPr>
        <p:spPr>
          <a:xfrm>
            <a:off x="9227820" y="1272154"/>
            <a:ext cx="2314378" cy="930157"/>
          </a:xfrm>
          <a:prstGeom prst="roundRect">
            <a:avLst>
              <a:gd name="adj" fmla="val 9756"/>
            </a:avLst>
          </a:prstGeom>
          <a:solidFill>
            <a:srgbClr val="F8E7EA"/>
          </a:solidFill>
          <a:ln w="10160">
            <a:solidFill>
              <a:srgbClr val="F8E7EA">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solidFill>
                  <a:srgbClr val="A11833"/>
                </a:solidFill>
                <a:latin typeface="Aptos" pitchFamily="34" charset="0"/>
                <a:ea typeface="Aptos" pitchFamily="34" charset="-122"/>
                <a:cs typeface="Aptos" pitchFamily="34" charset="-120"/>
              </a:rPr>
              <a:t>Two empirical</a:t>
            </a:r>
            <a:endParaRPr lang="en-US" sz="2400" dirty="0"/>
          </a:p>
          <a:p>
            <a:pPr marL="0" indent="0" algn="ctr">
              <a:buNone/>
            </a:pPr>
            <a:r>
              <a:rPr lang="en-US" sz="2400" b="1" dirty="0">
                <a:solidFill>
                  <a:srgbClr val="A11833"/>
                </a:solidFill>
                <a:latin typeface="Aptos" pitchFamily="34" charset="0"/>
                <a:ea typeface="Aptos" pitchFamily="34" charset="-122"/>
                <a:cs typeface="Aptos" pitchFamily="34" charset="-120"/>
              </a:rPr>
              <a:t>questions</a:t>
            </a:r>
            <a:endParaRPr lang="en-US" sz="2400" dirty="0"/>
          </a:p>
        </p:txBody>
      </p:sp>
      <p:sp>
        <p:nvSpPr>
          <p:cNvPr id="40" name="矢印: 右 39">
            <a:extLst>
              <a:ext uri="{FF2B5EF4-FFF2-40B4-BE49-F238E27FC236}">
                <a16:creationId xmlns:a16="http://schemas.microsoft.com/office/drawing/2014/main" id="{B666EE06-1C4A-14E5-CC03-A896BFECB73A}"/>
              </a:ext>
            </a:extLst>
          </p:cNvPr>
          <p:cNvSpPr/>
          <p:nvPr/>
        </p:nvSpPr>
        <p:spPr>
          <a:xfrm>
            <a:off x="2747088" y="1517777"/>
            <a:ext cx="556260" cy="4389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右 43">
            <a:extLst>
              <a:ext uri="{FF2B5EF4-FFF2-40B4-BE49-F238E27FC236}">
                <a16:creationId xmlns:a16="http://schemas.microsoft.com/office/drawing/2014/main" id="{146E5CDB-3BA4-9D60-3B03-D798AFC26F9D}"/>
              </a:ext>
            </a:extLst>
          </p:cNvPr>
          <p:cNvSpPr/>
          <p:nvPr/>
        </p:nvSpPr>
        <p:spPr>
          <a:xfrm>
            <a:off x="5738675" y="1517777"/>
            <a:ext cx="556260" cy="4389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矢印: 右 47">
            <a:extLst>
              <a:ext uri="{FF2B5EF4-FFF2-40B4-BE49-F238E27FC236}">
                <a16:creationId xmlns:a16="http://schemas.microsoft.com/office/drawing/2014/main" id="{D7BFC2D0-8B45-CE1A-2CF4-DEDEB28139A5}"/>
              </a:ext>
            </a:extLst>
          </p:cNvPr>
          <p:cNvSpPr/>
          <p:nvPr/>
        </p:nvSpPr>
        <p:spPr>
          <a:xfrm>
            <a:off x="8651091" y="1517777"/>
            <a:ext cx="556260" cy="4389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B5BBC0A4-F0BA-BCFB-620C-2041ED168EB0}"/>
              </a:ext>
            </a:extLst>
          </p:cNvPr>
          <p:cNvSpPr txBox="1"/>
          <p:nvPr/>
        </p:nvSpPr>
        <p:spPr>
          <a:xfrm>
            <a:off x="201037" y="2700040"/>
            <a:ext cx="2682786" cy="461665"/>
          </a:xfrm>
          <a:prstGeom prst="rect">
            <a:avLst/>
          </a:prstGeom>
          <a:noFill/>
        </p:spPr>
        <p:txBody>
          <a:bodyPr wrap="none" rtlCol="0">
            <a:spAutoFit/>
          </a:bodyPr>
          <a:lstStyle/>
          <a:p>
            <a:r>
              <a:rPr kumimoji="1" lang="en-US" altLang="ja-JP" sz="2400" b="1" dirty="0">
                <a:latin typeface="Aptos" panose="020B0004020202020204" pitchFamily="34" charset="0"/>
              </a:rPr>
              <a:t>Coding Examples</a:t>
            </a:r>
            <a:r>
              <a:rPr kumimoji="1" lang="en-US" altLang="ja-JP" b="1" dirty="0"/>
              <a:t>:</a:t>
            </a:r>
            <a:endParaRPr kumimoji="1" lang="ja-JP" altLang="en-US" b="1" dirty="0"/>
          </a:p>
        </p:txBody>
      </p:sp>
      <p:sp>
        <p:nvSpPr>
          <p:cNvPr id="66" name="テキスト ボックス 65">
            <a:extLst>
              <a:ext uri="{FF2B5EF4-FFF2-40B4-BE49-F238E27FC236}">
                <a16:creationId xmlns:a16="http://schemas.microsoft.com/office/drawing/2014/main" id="{A361C4BD-0034-3937-C3AB-6CBC53F3756B}"/>
              </a:ext>
            </a:extLst>
          </p:cNvPr>
          <p:cNvSpPr txBox="1"/>
          <p:nvPr/>
        </p:nvSpPr>
        <p:spPr>
          <a:xfrm>
            <a:off x="454284" y="3538269"/>
            <a:ext cx="5250180" cy="646331"/>
          </a:xfrm>
          <a:prstGeom prst="rect">
            <a:avLst/>
          </a:prstGeom>
          <a:noFill/>
        </p:spPr>
        <p:txBody>
          <a:bodyPr wrap="square">
            <a:spAutoFit/>
          </a:bodyPr>
          <a:lstStyle/>
          <a:p>
            <a:pPr>
              <a:buNone/>
            </a:pPr>
            <a:r>
              <a:rPr lang="ja-JP" altLang="ja-JP" b="1" dirty="0">
                <a:latin typeface="Aptos" panose="020B0004020202020204" pitchFamily="34" charset="0"/>
              </a:rPr>
              <a:t>Did the team perturb the provided sample directly, or build a new dataset from elsewhere?</a:t>
            </a:r>
          </a:p>
        </p:txBody>
      </p:sp>
      <p:sp>
        <p:nvSpPr>
          <p:cNvPr id="69" name="テキスト ボックス 68">
            <a:extLst>
              <a:ext uri="{FF2B5EF4-FFF2-40B4-BE49-F238E27FC236}">
                <a16:creationId xmlns:a16="http://schemas.microsoft.com/office/drawing/2014/main" id="{822EF10D-DAB8-A7A3-6DA2-4B834437FAEE}"/>
              </a:ext>
            </a:extLst>
          </p:cNvPr>
          <p:cNvSpPr txBox="1"/>
          <p:nvPr/>
        </p:nvSpPr>
        <p:spPr>
          <a:xfrm>
            <a:off x="454284" y="4547592"/>
            <a:ext cx="5166360" cy="646331"/>
          </a:xfrm>
          <a:prstGeom prst="rect">
            <a:avLst/>
          </a:prstGeom>
          <a:noFill/>
        </p:spPr>
        <p:txBody>
          <a:bodyPr wrap="square">
            <a:spAutoFit/>
          </a:bodyPr>
          <a:lstStyle/>
          <a:p>
            <a:r>
              <a:rPr lang="ja-JP" altLang="ja-JP" b="1" dirty="0">
                <a:latin typeface="Aptos" panose="020B0004020202020204" pitchFamily="34" charset="0"/>
              </a:rPr>
              <a:t>Did it use synthetic generation</a:t>
            </a:r>
            <a:r>
              <a:rPr lang="en-US" altLang="ja-JP" b="1" dirty="0">
                <a:latin typeface="Aptos" panose="020B0004020202020204" pitchFamily="34" charset="0"/>
              </a:rPr>
              <a:t>/noise/ optimization techniques</a:t>
            </a:r>
            <a:r>
              <a:rPr lang="ja-JP" altLang="ja-JP" b="1" dirty="0">
                <a:latin typeface="Aptos" panose="020B0004020202020204" pitchFamily="34" charset="0"/>
              </a:rPr>
              <a:t>?</a:t>
            </a:r>
            <a:endParaRPr lang="ja-JP" altLang="en-US" b="1" dirty="0">
              <a:latin typeface="Aptos" panose="020B0004020202020204" pitchFamily="34" charset="0"/>
            </a:endParaRPr>
          </a:p>
        </p:txBody>
      </p:sp>
      <p:sp>
        <p:nvSpPr>
          <p:cNvPr id="73" name="テキスト ボックス 72">
            <a:extLst>
              <a:ext uri="{FF2B5EF4-FFF2-40B4-BE49-F238E27FC236}">
                <a16:creationId xmlns:a16="http://schemas.microsoft.com/office/drawing/2014/main" id="{15F5A3EF-69AA-5B04-FE3F-66B2E0DBA6F7}"/>
              </a:ext>
            </a:extLst>
          </p:cNvPr>
          <p:cNvSpPr txBox="1"/>
          <p:nvPr/>
        </p:nvSpPr>
        <p:spPr>
          <a:xfrm>
            <a:off x="425747" y="5633769"/>
            <a:ext cx="5341619" cy="646331"/>
          </a:xfrm>
          <a:prstGeom prst="rect">
            <a:avLst/>
          </a:prstGeom>
          <a:noFill/>
        </p:spPr>
        <p:txBody>
          <a:bodyPr wrap="square">
            <a:spAutoFit/>
          </a:bodyPr>
          <a:lstStyle/>
          <a:p>
            <a:r>
              <a:rPr lang="en-US" altLang="ja-JP" b="1" dirty="0">
                <a:latin typeface="Aptos" panose="020B0004020202020204" pitchFamily="34" charset="0"/>
              </a:rPr>
              <a:t>D</a:t>
            </a:r>
            <a:r>
              <a:rPr lang="ja-JP" altLang="ja-JP" b="1" dirty="0">
                <a:latin typeface="Aptos" panose="020B0004020202020204" pitchFamily="34" charset="0"/>
              </a:rPr>
              <a:t>id it use the released model, or train its</a:t>
            </a:r>
            <a:r>
              <a:rPr lang="en-US" altLang="ja-JP" b="1" dirty="0">
                <a:latin typeface="Aptos" panose="020B0004020202020204" pitchFamily="34" charset="0"/>
              </a:rPr>
              <a:t> models for</a:t>
            </a:r>
            <a:r>
              <a:rPr lang="ja-JP" altLang="ja-JP" b="1" dirty="0">
                <a:latin typeface="Aptos" panose="020B0004020202020204" pitchFamily="34" charset="0"/>
              </a:rPr>
              <a:t> own membership attack?</a:t>
            </a:r>
            <a:endParaRPr lang="ja-JP" altLang="en-US" b="1" dirty="0">
              <a:latin typeface="Aptos" panose="020B0004020202020204" pitchFamily="34" charset="0"/>
            </a:endParaRPr>
          </a:p>
        </p:txBody>
      </p:sp>
      <p:sp>
        <p:nvSpPr>
          <p:cNvPr id="75" name="Text 2">
            <a:extLst>
              <a:ext uri="{FF2B5EF4-FFF2-40B4-BE49-F238E27FC236}">
                <a16:creationId xmlns:a16="http://schemas.microsoft.com/office/drawing/2014/main" id="{28372292-8CEE-4E8C-F000-975776A4A43A}"/>
              </a:ext>
            </a:extLst>
          </p:cNvPr>
          <p:cNvSpPr/>
          <p:nvPr/>
        </p:nvSpPr>
        <p:spPr>
          <a:xfrm>
            <a:off x="454284" y="3138589"/>
            <a:ext cx="2314378" cy="415644"/>
          </a:xfrm>
          <a:prstGeom prst="roundRect">
            <a:avLst>
              <a:gd name="adj" fmla="val 9756"/>
            </a:avLst>
          </a:prstGeom>
          <a:solidFill>
            <a:srgbClr val="EEF2F5"/>
          </a:solidFill>
          <a:ln w="10160">
            <a:solidFill>
              <a:srgbClr val="EEF2F5">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latin typeface="Aptos" panose="020B0004020202020204" pitchFamily="34" charset="0"/>
              </a:rPr>
              <a:t>Defender</a:t>
            </a:r>
          </a:p>
        </p:txBody>
      </p:sp>
      <p:sp>
        <p:nvSpPr>
          <p:cNvPr id="79" name="Text 8">
            <a:extLst>
              <a:ext uri="{FF2B5EF4-FFF2-40B4-BE49-F238E27FC236}">
                <a16:creationId xmlns:a16="http://schemas.microsoft.com/office/drawing/2014/main" id="{392FE2AE-252C-94A0-D26D-F45C5274981D}"/>
              </a:ext>
            </a:extLst>
          </p:cNvPr>
          <p:cNvSpPr/>
          <p:nvPr/>
        </p:nvSpPr>
        <p:spPr>
          <a:xfrm>
            <a:off x="479324" y="5194924"/>
            <a:ext cx="2314378" cy="438913"/>
          </a:xfrm>
          <a:prstGeom prst="roundRect">
            <a:avLst>
              <a:gd name="adj" fmla="val 9756"/>
            </a:avLst>
          </a:prstGeom>
          <a:solidFill>
            <a:srgbClr val="F8E7EA"/>
          </a:solidFill>
          <a:ln w="10160">
            <a:solidFill>
              <a:srgbClr val="F8E7EA">
                <a:alpha val="0"/>
              </a:srgbClr>
            </a:solidFill>
          </a:ln>
          <a:effectLst>
            <a:outerShdw blurRad="19050" dist="762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2400" b="1" dirty="0">
                <a:solidFill>
                  <a:srgbClr val="A11833"/>
                </a:solidFill>
                <a:latin typeface="Aptos" pitchFamily="34" charset="0"/>
                <a:ea typeface="Aptos" pitchFamily="34" charset="-122"/>
                <a:cs typeface="Aptos" pitchFamily="34" charset="-120"/>
              </a:rPr>
              <a:t>Attacker</a:t>
            </a:r>
            <a:endParaRPr lang="en-US" sz="2400" dirty="0"/>
          </a:p>
        </p:txBody>
      </p:sp>
      <p:sp>
        <p:nvSpPr>
          <p:cNvPr id="83" name="Text 12">
            <a:extLst>
              <a:ext uri="{FF2B5EF4-FFF2-40B4-BE49-F238E27FC236}">
                <a16:creationId xmlns:a16="http://schemas.microsoft.com/office/drawing/2014/main" id="{23F33FDB-56C1-6C34-3AC0-00615A20A7CE}"/>
              </a:ext>
            </a:extLst>
          </p:cNvPr>
          <p:cNvSpPr/>
          <p:nvPr/>
        </p:nvSpPr>
        <p:spPr>
          <a:xfrm>
            <a:off x="6703498" y="3097189"/>
            <a:ext cx="4892040" cy="1558527"/>
          </a:xfrm>
          <a:prstGeom prst="roundRect">
            <a:avLst>
              <a:gd name="adj" fmla="val 8163"/>
            </a:avLst>
          </a:prstGeom>
          <a:solidFill>
            <a:srgbClr val="FFFFFF"/>
          </a:solidFill>
          <a:ln w="10160">
            <a:solidFill>
              <a:srgbClr val="DA8321"/>
            </a:solidFill>
          </a:ln>
          <a:effectLst>
            <a:outerShdw blurRad="19050" dist="7620" dir="2700000" algn="bl" rotWithShape="0">
              <a:srgbClr val="000000">
                <a:alpha val="12000"/>
              </a:srgbClr>
            </a:outerShdw>
          </a:effectLst>
        </p:spPr>
        <p:txBody>
          <a:bodyPr wrap="square" lIns="1778" tIns="1778" rIns="1778" bIns="1778" rtlCol="0" anchor="ctr">
            <a:normAutofit/>
          </a:bodyPr>
          <a:lstStyle/>
          <a:p>
            <a:pPr marL="0" indent="0" algn="ctr">
              <a:buNone/>
            </a:pPr>
            <a:r>
              <a:rPr lang="en-US" sz="2400" b="1" dirty="0">
                <a:solidFill>
                  <a:srgbClr val="14212B"/>
                </a:solidFill>
                <a:latin typeface="Aptos" pitchFamily="34" charset="0"/>
                <a:ea typeface="Aptos" pitchFamily="34" charset="-122"/>
                <a:cs typeface="Aptos" pitchFamily="34" charset="-120"/>
              </a:rPr>
              <a:t>H1</a:t>
            </a:r>
            <a:endParaRPr lang="en-US" sz="2400" b="1" dirty="0"/>
          </a:p>
          <a:p>
            <a:pPr marL="0" indent="0" algn="ctr">
              <a:buNone/>
            </a:pPr>
            <a:r>
              <a:rPr lang="en-US" sz="2400" b="1" dirty="0">
                <a:solidFill>
                  <a:srgbClr val="14212B"/>
                </a:solidFill>
                <a:latin typeface="Aptos" panose="020B0004020202020204" pitchFamily="34" charset="0"/>
                <a:ea typeface="Aptos" pitchFamily="34" charset="-122"/>
                <a:cs typeface="Aptos" pitchFamily="34" charset="-120"/>
              </a:rPr>
              <a:t>Were generation/reconstruction designs associated with better utility and anonymization?</a:t>
            </a:r>
            <a:endParaRPr lang="en-US" sz="2400" b="1" dirty="0">
              <a:latin typeface="Aptos" panose="020B0004020202020204" pitchFamily="34" charset="0"/>
            </a:endParaRPr>
          </a:p>
        </p:txBody>
      </p:sp>
      <p:sp>
        <p:nvSpPr>
          <p:cNvPr id="85" name="Text 13">
            <a:extLst>
              <a:ext uri="{FF2B5EF4-FFF2-40B4-BE49-F238E27FC236}">
                <a16:creationId xmlns:a16="http://schemas.microsoft.com/office/drawing/2014/main" id="{7519F9B6-552F-DB44-3261-32E58D61B5D5}"/>
              </a:ext>
            </a:extLst>
          </p:cNvPr>
          <p:cNvSpPr/>
          <p:nvPr/>
        </p:nvSpPr>
        <p:spPr>
          <a:xfrm>
            <a:off x="6703498" y="4736592"/>
            <a:ext cx="4892040" cy="1558527"/>
          </a:xfrm>
          <a:prstGeom prst="roundRect">
            <a:avLst>
              <a:gd name="adj" fmla="val 8163"/>
            </a:avLst>
          </a:prstGeom>
          <a:solidFill>
            <a:srgbClr val="FFFFFF"/>
          </a:solidFill>
          <a:ln w="10160">
            <a:solidFill>
              <a:srgbClr val="A11833"/>
            </a:solidFill>
          </a:ln>
          <a:effectLst>
            <a:outerShdw blurRad="19050" dist="7620" dir="2700000" algn="bl" rotWithShape="0">
              <a:srgbClr val="000000">
                <a:alpha val="12000"/>
              </a:srgbClr>
            </a:outerShdw>
          </a:effectLst>
        </p:spPr>
        <p:txBody>
          <a:bodyPr wrap="square" lIns="1778" tIns="1778" rIns="1778" bIns="1778" rtlCol="0" anchor="ctr">
            <a:normAutofit/>
          </a:bodyPr>
          <a:lstStyle/>
          <a:p>
            <a:pPr marL="0" indent="0" algn="ctr">
              <a:buNone/>
            </a:pPr>
            <a:r>
              <a:rPr lang="en-US" sz="2400" b="1" dirty="0">
                <a:solidFill>
                  <a:srgbClr val="14212B"/>
                </a:solidFill>
                <a:latin typeface="Aptos" panose="020B0004020202020204" pitchFamily="34" charset="0"/>
                <a:ea typeface="Aptos" pitchFamily="34" charset="-122"/>
                <a:cs typeface="Aptos" pitchFamily="34" charset="-120"/>
              </a:rPr>
              <a:t>H2</a:t>
            </a:r>
            <a:endParaRPr lang="en-US" sz="2400" b="1" dirty="0">
              <a:latin typeface="Aptos" panose="020B0004020202020204" pitchFamily="34" charset="0"/>
            </a:endParaRPr>
          </a:p>
          <a:p>
            <a:pPr marL="0" indent="0" algn="ctr">
              <a:buNone/>
            </a:pPr>
            <a:r>
              <a:rPr lang="en-US" sz="2400" b="1" dirty="0">
                <a:solidFill>
                  <a:srgbClr val="14212B"/>
                </a:solidFill>
                <a:latin typeface="Aptos" panose="020B0004020202020204" pitchFamily="34" charset="0"/>
                <a:ea typeface="Aptos" pitchFamily="34" charset="-122"/>
                <a:cs typeface="Aptos" pitchFamily="34" charset="-120"/>
              </a:rPr>
              <a:t>Did disclosure risk depend on the combination of defender and attacker strategies?</a:t>
            </a:r>
            <a:endParaRPr lang="en-US" sz="2400" b="1" dirty="0">
              <a:latin typeface="Aptos" panose="020B0004020202020204" pitchFamily="34" charset="0"/>
            </a:endParaRPr>
          </a:p>
        </p:txBody>
      </p:sp>
      <p:sp>
        <p:nvSpPr>
          <p:cNvPr id="87" name="テキスト ボックス 86">
            <a:extLst>
              <a:ext uri="{FF2B5EF4-FFF2-40B4-BE49-F238E27FC236}">
                <a16:creationId xmlns:a16="http://schemas.microsoft.com/office/drawing/2014/main" id="{9A9D3950-C991-A16E-E8A6-EFC5802F0CC4}"/>
              </a:ext>
            </a:extLst>
          </p:cNvPr>
          <p:cNvSpPr txBox="1"/>
          <p:nvPr/>
        </p:nvSpPr>
        <p:spPr>
          <a:xfrm>
            <a:off x="6348275" y="2688177"/>
            <a:ext cx="1693733" cy="461665"/>
          </a:xfrm>
          <a:prstGeom prst="rect">
            <a:avLst/>
          </a:prstGeom>
          <a:noFill/>
        </p:spPr>
        <p:txBody>
          <a:bodyPr wrap="none" rtlCol="0">
            <a:spAutoFit/>
          </a:bodyPr>
          <a:lstStyle/>
          <a:p>
            <a:r>
              <a:rPr kumimoji="1" lang="en-US" altLang="ja-JP" sz="2400" b="1" dirty="0">
                <a:latin typeface="Aptos" panose="020B0004020202020204" pitchFamily="34" charset="0"/>
              </a:rPr>
              <a:t>Questions</a:t>
            </a:r>
            <a:r>
              <a:rPr kumimoji="1" lang="en-US" altLang="ja-JP" b="1" dirty="0"/>
              <a:t>:</a:t>
            </a:r>
            <a:endParaRPr kumimoji="1" lang="ja-JP" altLang="en-US" b="1" dirty="0"/>
          </a:p>
        </p:txBody>
      </p:sp>
    </p:spTree>
    <p:extLst>
      <p:ext uri="{BB962C8B-B14F-4D97-AF65-F5344CB8AC3E}">
        <p14:creationId xmlns:p14="http://schemas.microsoft.com/office/powerpoint/2010/main" val="742711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008DF-4780-5F08-C995-87D89AE35A55}"/>
              </a:ext>
            </a:extLst>
          </p:cNvPr>
          <p:cNvSpPr>
            <a:spLocks noGrp="1"/>
          </p:cNvSpPr>
          <p:nvPr>
            <p:ph type="title"/>
          </p:nvPr>
        </p:nvSpPr>
        <p:spPr/>
        <p:txBody>
          <a:bodyPr/>
          <a:lstStyle/>
          <a:p>
            <a:r>
              <a:rPr lang="ja-JP" altLang="ja-JP" dirty="0"/>
              <a:t>Reconstruction</a:t>
            </a:r>
            <a:endParaRPr kumimoji="1" lang="ja-JP" altLang="en-US" dirty="0"/>
          </a:p>
        </p:txBody>
      </p:sp>
      <p:sp>
        <p:nvSpPr>
          <p:cNvPr id="4" name="フッター プレースホルダー 3">
            <a:extLst>
              <a:ext uri="{FF2B5EF4-FFF2-40B4-BE49-F238E27FC236}">
                <a16:creationId xmlns:a16="http://schemas.microsoft.com/office/drawing/2014/main" id="{D33EC90B-270C-649E-344F-DCB11179ED34}"/>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FE5B47AD-B7C1-9B2C-60A6-5D1130BB8E56}"/>
              </a:ext>
            </a:extLst>
          </p:cNvPr>
          <p:cNvSpPr>
            <a:spLocks noGrp="1"/>
          </p:cNvSpPr>
          <p:nvPr>
            <p:ph type="sldNum" sz="quarter" idx="12"/>
          </p:nvPr>
        </p:nvSpPr>
        <p:spPr/>
        <p:txBody>
          <a:bodyPr/>
          <a:lstStyle/>
          <a:p>
            <a:fld id="{23177E0D-DEDB-4F71-BE70-957F7FD4B592}" type="slidenum">
              <a:rPr kumimoji="1" lang="ja-JP" altLang="en-US" smtClean="0"/>
              <a:t>11</a:t>
            </a:fld>
            <a:endParaRPr kumimoji="1" lang="ja-JP" altLang="en-US"/>
          </a:p>
        </p:txBody>
      </p:sp>
      <p:sp>
        <p:nvSpPr>
          <p:cNvPr id="7" name="Shape 1">
            <a:extLst>
              <a:ext uri="{FF2B5EF4-FFF2-40B4-BE49-F238E27FC236}">
                <a16:creationId xmlns:a16="http://schemas.microsoft.com/office/drawing/2014/main" id="{F24DDF32-8E6F-52CA-FC2C-D9C243BB39B3}"/>
              </a:ext>
            </a:extLst>
          </p:cNvPr>
          <p:cNvSpPr/>
          <p:nvPr/>
        </p:nvSpPr>
        <p:spPr>
          <a:xfrm>
            <a:off x="509225" y="1406285"/>
            <a:ext cx="5349240" cy="3017520"/>
          </a:xfrm>
          <a:prstGeom prst="roundRect">
            <a:avLst>
              <a:gd name="adj" fmla="val 2121"/>
            </a:avLst>
          </a:prstGeom>
          <a:solidFill>
            <a:srgbClr val="EEF1F3"/>
          </a:solidFill>
          <a:ln w="12700">
            <a:solidFill>
              <a:srgbClr val="EEF1F3"/>
            </a:solidFill>
            <a:prstDash val="solid"/>
          </a:ln>
        </p:spPr>
        <p:txBody>
          <a:bodyPr/>
          <a:lstStyle/>
          <a:p>
            <a:endParaRPr lang="ja-JP" altLang="en-US"/>
          </a:p>
        </p:txBody>
      </p:sp>
      <p:sp>
        <p:nvSpPr>
          <p:cNvPr id="9" name="Text 2">
            <a:extLst>
              <a:ext uri="{FF2B5EF4-FFF2-40B4-BE49-F238E27FC236}">
                <a16:creationId xmlns:a16="http://schemas.microsoft.com/office/drawing/2014/main" id="{69F255D8-7F4D-91AE-B6FE-99C487229231}"/>
              </a:ext>
            </a:extLst>
          </p:cNvPr>
          <p:cNvSpPr txBox="1"/>
          <p:nvPr/>
        </p:nvSpPr>
        <p:spPr>
          <a:xfrm>
            <a:off x="829265" y="1543445"/>
            <a:ext cx="3291840" cy="402336"/>
          </a:xfrm>
          <a:prstGeom prst="rect">
            <a:avLst/>
          </a:prstGeom>
          <a:noFill/>
          <a:ln/>
        </p:spPr>
        <p:txBody>
          <a:bodyPr wrap="square" lIns="0" tIns="0" rIns="0" bIns="0" rtlCol="0" anchor="ctr"/>
          <a:lstStyle/>
          <a:p>
            <a:pPr marL="0" indent="0">
              <a:buNone/>
            </a:pPr>
            <a:r>
              <a:rPr lang="en-US" sz="1700" b="1" dirty="0">
                <a:solidFill>
                  <a:srgbClr val="16232B"/>
                </a:solidFill>
                <a:latin typeface="Cambria" pitchFamily="34" charset="0"/>
                <a:ea typeface="Cambria" pitchFamily="34" charset="-122"/>
                <a:cs typeface="Cambria" pitchFamily="34" charset="-120"/>
              </a:rPr>
              <a:t>Defender</a:t>
            </a:r>
            <a:endParaRPr lang="en-US" sz="1700" dirty="0"/>
          </a:p>
        </p:txBody>
      </p:sp>
      <p:sp>
        <p:nvSpPr>
          <p:cNvPr id="11" name="Text 3">
            <a:extLst>
              <a:ext uri="{FF2B5EF4-FFF2-40B4-BE49-F238E27FC236}">
                <a16:creationId xmlns:a16="http://schemas.microsoft.com/office/drawing/2014/main" id="{3A583A94-F8BA-CB81-5428-6A3666F7654F}"/>
              </a:ext>
            </a:extLst>
          </p:cNvPr>
          <p:cNvSpPr txBox="1"/>
          <p:nvPr/>
        </p:nvSpPr>
        <p:spPr>
          <a:xfrm>
            <a:off x="829265" y="1909205"/>
            <a:ext cx="4709160" cy="274320"/>
          </a:xfrm>
          <a:prstGeom prst="rect">
            <a:avLst/>
          </a:prstGeom>
          <a:noFill/>
          <a:ln/>
        </p:spPr>
        <p:txBody>
          <a:bodyPr wrap="square" lIns="0" tIns="0" rIns="0" bIns="0" rtlCol="0" anchor="ctr"/>
          <a:lstStyle/>
          <a:p>
            <a:pPr marL="0" indent="0">
              <a:buNone/>
            </a:pPr>
            <a:r>
              <a:rPr lang="en-US" sz="1150" dirty="0">
                <a:solidFill>
                  <a:srgbClr val="56666E"/>
                </a:solidFill>
                <a:latin typeface="Calibri" pitchFamily="34" charset="0"/>
                <a:ea typeface="Calibri" pitchFamily="34" charset="-122"/>
                <a:cs typeface="Calibri" pitchFamily="34" charset="-120"/>
              </a:rPr>
              <a:t>20 teams</a:t>
            </a:r>
            <a:endParaRPr lang="en-US" sz="1150" dirty="0"/>
          </a:p>
        </p:txBody>
      </p:sp>
      <p:sp>
        <p:nvSpPr>
          <p:cNvPr id="13" name="Text 4">
            <a:extLst>
              <a:ext uri="{FF2B5EF4-FFF2-40B4-BE49-F238E27FC236}">
                <a16:creationId xmlns:a16="http://schemas.microsoft.com/office/drawing/2014/main" id="{40AB9543-C1AF-3267-0F08-72FB318FE1F6}"/>
              </a:ext>
            </a:extLst>
          </p:cNvPr>
          <p:cNvSpPr txBox="1"/>
          <p:nvPr/>
        </p:nvSpPr>
        <p:spPr>
          <a:xfrm>
            <a:off x="829265" y="2247533"/>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Base</a:t>
            </a:r>
            <a:endParaRPr lang="en-US" sz="1300" dirty="0"/>
          </a:p>
        </p:txBody>
      </p:sp>
      <p:sp>
        <p:nvSpPr>
          <p:cNvPr id="15" name="Text 5">
            <a:extLst>
              <a:ext uri="{FF2B5EF4-FFF2-40B4-BE49-F238E27FC236}">
                <a16:creationId xmlns:a16="http://schemas.microsoft.com/office/drawing/2014/main" id="{64695C3F-9ADA-1A2D-2C45-570EF0A53B74}"/>
              </a:ext>
            </a:extLst>
          </p:cNvPr>
          <p:cNvSpPr txBox="1"/>
          <p:nvPr/>
        </p:nvSpPr>
        <p:spPr>
          <a:xfrm>
            <a:off x="2749505" y="2247533"/>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B  (13)</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elsewhere  (7)</a:t>
            </a:r>
            <a:endParaRPr lang="en-US" sz="1200" dirty="0"/>
          </a:p>
        </p:txBody>
      </p:sp>
      <p:sp>
        <p:nvSpPr>
          <p:cNvPr id="17" name="Text 6">
            <a:extLst>
              <a:ext uri="{FF2B5EF4-FFF2-40B4-BE49-F238E27FC236}">
                <a16:creationId xmlns:a16="http://schemas.microsoft.com/office/drawing/2014/main" id="{16CBA091-0982-9FAB-2D59-022AF129ECFF}"/>
              </a:ext>
            </a:extLst>
          </p:cNvPr>
          <p:cNvSpPr txBox="1"/>
          <p:nvPr/>
        </p:nvSpPr>
        <p:spPr>
          <a:xfrm>
            <a:off x="829265" y="2659013"/>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Synthesis</a:t>
            </a:r>
            <a:endParaRPr lang="en-US" sz="1300" dirty="0"/>
          </a:p>
        </p:txBody>
      </p:sp>
      <p:sp>
        <p:nvSpPr>
          <p:cNvPr id="19" name="Text 7">
            <a:extLst>
              <a:ext uri="{FF2B5EF4-FFF2-40B4-BE49-F238E27FC236}">
                <a16:creationId xmlns:a16="http://schemas.microsoft.com/office/drawing/2014/main" id="{883294B4-76FA-2266-5DB0-C1ADC06AA4C9}"/>
              </a:ext>
            </a:extLst>
          </p:cNvPr>
          <p:cNvSpPr txBox="1"/>
          <p:nvPr/>
        </p:nvSpPr>
        <p:spPr>
          <a:xfrm>
            <a:off x="2749505" y="2659013"/>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no  (9)</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yes  (11)</a:t>
            </a:r>
            <a:endParaRPr lang="en-US" sz="1200" dirty="0"/>
          </a:p>
        </p:txBody>
      </p:sp>
      <p:sp>
        <p:nvSpPr>
          <p:cNvPr id="21" name="Text 8">
            <a:extLst>
              <a:ext uri="{FF2B5EF4-FFF2-40B4-BE49-F238E27FC236}">
                <a16:creationId xmlns:a16="http://schemas.microsoft.com/office/drawing/2014/main" id="{2740BBDF-78F9-D6F7-477F-625D5D924396}"/>
              </a:ext>
            </a:extLst>
          </p:cNvPr>
          <p:cNvSpPr txBox="1"/>
          <p:nvPr/>
        </p:nvSpPr>
        <p:spPr>
          <a:xfrm>
            <a:off x="829265" y="3070493"/>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Noise</a:t>
            </a:r>
            <a:endParaRPr lang="en-US" sz="1300" dirty="0"/>
          </a:p>
        </p:txBody>
      </p:sp>
      <p:sp>
        <p:nvSpPr>
          <p:cNvPr id="23" name="Text 9">
            <a:extLst>
              <a:ext uri="{FF2B5EF4-FFF2-40B4-BE49-F238E27FC236}">
                <a16:creationId xmlns:a16="http://schemas.microsoft.com/office/drawing/2014/main" id="{D0536763-F15C-4208-9CF8-D7873987D531}"/>
              </a:ext>
            </a:extLst>
          </p:cNvPr>
          <p:cNvSpPr txBox="1"/>
          <p:nvPr/>
        </p:nvSpPr>
        <p:spPr>
          <a:xfrm>
            <a:off x="2749505" y="3070493"/>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no  (14)</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yes  (6)</a:t>
            </a:r>
            <a:endParaRPr lang="en-US" sz="1200" dirty="0"/>
          </a:p>
        </p:txBody>
      </p:sp>
      <p:sp>
        <p:nvSpPr>
          <p:cNvPr id="25" name="Text 10">
            <a:extLst>
              <a:ext uri="{FF2B5EF4-FFF2-40B4-BE49-F238E27FC236}">
                <a16:creationId xmlns:a16="http://schemas.microsoft.com/office/drawing/2014/main" id="{BD7FF22E-DE93-C45F-80E1-14A2CE444DC5}"/>
              </a:ext>
            </a:extLst>
          </p:cNvPr>
          <p:cNvSpPr txBox="1"/>
          <p:nvPr/>
        </p:nvSpPr>
        <p:spPr>
          <a:xfrm>
            <a:off x="829265" y="3481973"/>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Optimization</a:t>
            </a:r>
            <a:endParaRPr lang="en-US" sz="1300" dirty="0"/>
          </a:p>
        </p:txBody>
      </p:sp>
      <p:sp>
        <p:nvSpPr>
          <p:cNvPr id="27" name="Text 11">
            <a:extLst>
              <a:ext uri="{FF2B5EF4-FFF2-40B4-BE49-F238E27FC236}">
                <a16:creationId xmlns:a16="http://schemas.microsoft.com/office/drawing/2014/main" id="{4CCE6C96-FFE8-B71C-7F56-6D5762CA9A1C}"/>
              </a:ext>
            </a:extLst>
          </p:cNvPr>
          <p:cNvSpPr txBox="1"/>
          <p:nvPr/>
        </p:nvSpPr>
        <p:spPr>
          <a:xfrm>
            <a:off x="2749505" y="3481973"/>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no  (14)</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yes  (6)</a:t>
            </a:r>
            <a:endParaRPr lang="en-US" sz="1200" dirty="0"/>
          </a:p>
        </p:txBody>
      </p:sp>
      <p:sp>
        <p:nvSpPr>
          <p:cNvPr id="29" name="Text 12">
            <a:extLst>
              <a:ext uri="{FF2B5EF4-FFF2-40B4-BE49-F238E27FC236}">
                <a16:creationId xmlns:a16="http://schemas.microsoft.com/office/drawing/2014/main" id="{174DCC6C-F421-D484-0B97-E9B9507A5DA7}"/>
              </a:ext>
            </a:extLst>
          </p:cNvPr>
          <p:cNvSpPr txBox="1"/>
          <p:nvPr/>
        </p:nvSpPr>
        <p:spPr>
          <a:xfrm>
            <a:off x="829265" y="3893453"/>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Row swapping</a:t>
            </a:r>
            <a:endParaRPr lang="en-US" sz="1300" dirty="0"/>
          </a:p>
        </p:txBody>
      </p:sp>
      <p:sp>
        <p:nvSpPr>
          <p:cNvPr id="31" name="Text 13">
            <a:extLst>
              <a:ext uri="{FF2B5EF4-FFF2-40B4-BE49-F238E27FC236}">
                <a16:creationId xmlns:a16="http://schemas.microsoft.com/office/drawing/2014/main" id="{CC11DDB1-B2EB-BD99-EBB3-E35845EA8AB9}"/>
              </a:ext>
            </a:extLst>
          </p:cNvPr>
          <p:cNvSpPr txBox="1"/>
          <p:nvPr/>
        </p:nvSpPr>
        <p:spPr>
          <a:xfrm>
            <a:off x="2749505" y="3893453"/>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no  (10)</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yes  (10)</a:t>
            </a:r>
            <a:endParaRPr lang="en-US" sz="1200" dirty="0"/>
          </a:p>
        </p:txBody>
      </p:sp>
      <p:sp>
        <p:nvSpPr>
          <p:cNvPr id="33" name="Shape 14">
            <a:extLst>
              <a:ext uri="{FF2B5EF4-FFF2-40B4-BE49-F238E27FC236}">
                <a16:creationId xmlns:a16="http://schemas.microsoft.com/office/drawing/2014/main" id="{991A5C49-7870-C856-2C91-1E135784F752}"/>
              </a:ext>
            </a:extLst>
          </p:cNvPr>
          <p:cNvSpPr/>
          <p:nvPr/>
        </p:nvSpPr>
        <p:spPr>
          <a:xfrm>
            <a:off x="6251657" y="1406285"/>
            <a:ext cx="5349240" cy="3017520"/>
          </a:xfrm>
          <a:prstGeom prst="roundRect">
            <a:avLst>
              <a:gd name="adj" fmla="val 2121"/>
            </a:avLst>
          </a:prstGeom>
          <a:solidFill>
            <a:srgbClr val="EEF1F3"/>
          </a:solidFill>
          <a:ln w="12700">
            <a:solidFill>
              <a:srgbClr val="EEF1F3"/>
            </a:solidFill>
            <a:prstDash val="solid"/>
          </a:ln>
        </p:spPr>
        <p:txBody>
          <a:bodyPr/>
          <a:lstStyle/>
          <a:p>
            <a:endParaRPr lang="ja-JP" altLang="en-US"/>
          </a:p>
        </p:txBody>
      </p:sp>
      <p:sp>
        <p:nvSpPr>
          <p:cNvPr id="35" name="Text 15">
            <a:extLst>
              <a:ext uri="{FF2B5EF4-FFF2-40B4-BE49-F238E27FC236}">
                <a16:creationId xmlns:a16="http://schemas.microsoft.com/office/drawing/2014/main" id="{CE07F9FD-1BE5-F039-F277-7BE68D5134E3}"/>
              </a:ext>
            </a:extLst>
          </p:cNvPr>
          <p:cNvSpPr txBox="1"/>
          <p:nvPr/>
        </p:nvSpPr>
        <p:spPr>
          <a:xfrm>
            <a:off x="6571697" y="1543445"/>
            <a:ext cx="3291840" cy="402336"/>
          </a:xfrm>
          <a:prstGeom prst="rect">
            <a:avLst/>
          </a:prstGeom>
          <a:noFill/>
          <a:ln/>
        </p:spPr>
        <p:txBody>
          <a:bodyPr wrap="square" lIns="0" tIns="0" rIns="0" bIns="0" rtlCol="0" anchor="ctr"/>
          <a:lstStyle/>
          <a:p>
            <a:pPr marL="0" indent="0">
              <a:buNone/>
            </a:pPr>
            <a:r>
              <a:rPr lang="en-US" sz="1700" b="1" dirty="0">
                <a:solidFill>
                  <a:srgbClr val="16232B"/>
                </a:solidFill>
                <a:latin typeface="Cambria" pitchFamily="34" charset="0"/>
                <a:ea typeface="Cambria" pitchFamily="34" charset="-122"/>
                <a:cs typeface="Cambria" pitchFamily="34" charset="-120"/>
              </a:rPr>
              <a:t>Attacker</a:t>
            </a:r>
            <a:endParaRPr lang="en-US" sz="1700" dirty="0"/>
          </a:p>
        </p:txBody>
      </p:sp>
      <p:sp>
        <p:nvSpPr>
          <p:cNvPr id="37" name="Text 16">
            <a:extLst>
              <a:ext uri="{FF2B5EF4-FFF2-40B4-BE49-F238E27FC236}">
                <a16:creationId xmlns:a16="http://schemas.microsoft.com/office/drawing/2014/main" id="{09DD1BBE-35F2-7611-33FC-34CC7F42DA5E}"/>
              </a:ext>
            </a:extLst>
          </p:cNvPr>
          <p:cNvSpPr txBox="1"/>
          <p:nvPr/>
        </p:nvSpPr>
        <p:spPr>
          <a:xfrm>
            <a:off x="6571697" y="1909205"/>
            <a:ext cx="4709160" cy="274320"/>
          </a:xfrm>
          <a:prstGeom prst="rect">
            <a:avLst/>
          </a:prstGeom>
          <a:noFill/>
          <a:ln/>
        </p:spPr>
        <p:txBody>
          <a:bodyPr wrap="square" lIns="0" tIns="0" rIns="0" bIns="0" rtlCol="0" anchor="ctr"/>
          <a:lstStyle/>
          <a:p>
            <a:pPr marL="0" indent="0">
              <a:buNone/>
            </a:pPr>
            <a:r>
              <a:rPr lang="en-US" sz="1150" dirty="0">
                <a:solidFill>
                  <a:srgbClr val="56666E"/>
                </a:solidFill>
                <a:latin typeface="Calibri" pitchFamily="34" charset="0"/>
                <a:ea typeface="Calibri" pitchFamily="34" charset="-122"/>
                <a:cs typeface="Calibri" pitchFamily="34" charset="-120"/>
              </a:rPr>
              <a:t>19 teams</a:t>
            </a:r>
            <a:endParaRPr lang="en-US" sz="1150" dirty="0"/>
          </a:p>
        </p:txBody>
      </p:sp>
      <p:sp>
        <p:nvSpPr>
          <p:cNvPr id="39" name="Text 17">
            <a:extLst>
              <a:ext uri="{FF2B5EF4-FFF2-40B4-BE49-F238E27FC236}">
                <a16:creationId xmlns:a16="http://schemas.microsoft.com/office/drawing/2014/main" id="{DD34C79B-252C-3A58-6BB1-9582BC996B09}"/>
              </a:ext>
            </a:extLst>
          </p:cNvPr>
          <p:cNvSpPr txBox="1"/>
          <p:nvPr/>
        </p:nvSpPr>
        <p:spPr>
          <a:xfrm>
            <a:off x="6571697" y="2247533"/>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Attack target</a:t>
            </a:r>
            <a:endParaRPr lang="en-US" sz="1300" dirty="0"/>
          </a:p>
        </p:txBody>
      </p:sp>
      <p:sp>
        <p:nvSpPr>
          <p:cNvPr id="41" name="Text 18">
            <a:extLst>
              <a:ext uri="{FF2B5EF4-FFF2-40B4-BE49-F238E27FC236}">
                <a16:creationId xmlns:a16="http://schemas.microsoft.com/office/drawing/2014/main" id="{E403DDDA-9C38-15F0-CE7A-42EDB0C17F1F}"/>
              </a:ext>
            </a:extLst>
          </p:cNvPr>
          <p:cNvSpPr txBox="1"/>
          <p:nvPr/>
        </p:nvSpPr>
        <p:spPr>
          <a:xfrm>
            <a:off x="8491937" y="2247533"/>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anonymized data only  (15)</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also the released model  (4)</a:t>
            </a:r>
            <a:endParaRPr lang="en-US" sz="1200" dirty="0"/>
          </a:p>
        </p:txBody>
      </p:sp>
      <p:sp>
        <p:nvSpPr>
          <p:cNvPr id="43" name="Text 19">
            <a:extLst>
              <a:ext uri="{FF2B5EF4-FFF2-40B4-BE49-F238E27FC236}">
                <a16:creationId xmlns:a16="http://schemas.microsoft.com/office/drawing/2014/main" id="{83647B16-5053-675B-EABD-1791BC631118}"/>
              </a:ext>
            </a:extLst>
          </p:cNvPr>
          <p:cNvSpPr txBox="1"/>
          <p:nvPr/>
        </p:nvSpPr>
        <p:spPr>
          <a:xfrm>
            <a:off x="6571697" y="2814461"/>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Attacker-trained model</a:t>
            </a:r>
            <a:endParaRPr lang="en-US" sz="1300" dirty="0"/>
          </a:p>
        </p:txBody>
      </p:sp>
      <p:sp>
        <p:nvSpPr>
          <p:cNvPr id="45" name="Text 20">
            <a:extLst>
              <a:ext uri="{FF2B5EF4-FFF2-40B4-BE49-F238E27FC236}">
                <a16:creationId xmlns:a16="http://schemas.microsoft.com/office/drawing/2014/main" id="{2007AF7C-E096-2C9A-AE4F-03EFFF454AC9}"/>
              </a:ext>
            </a:extLst>
          </p:cNvPr>
          <p:cNvSpPr txBox="1"/>
          <p:nvPr/>
        </p:nvSpPr>
        <p:spPr>
          <a:xfrm>
            <a:off x="8491937" y="2814461"/>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no  (13)</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yes  (6)</a:t>
            </a:r>
            <a:endParaRPr lang="en-US" sz="1200" dirty="0"/>
          </a:p>
        </p:txBody>
      </p:sp>
      <p:sp>
        <p:nvSpPr>
          <p:cNvPr id="47" name="Text 21">
            <a:extLst>
              <a:ext uri="{FF2B5EF4-FFF2-40B4-BE49-F238E27FC236}">
                <a16:creationId xmlns:a16="http://schemas.microsoft.com/office/drawing/2014/main" id="{9335AEB6-A2DE-5245-70BD-08B4EA8C9AA8}"/>
              </a:ext>
            </a:extLst>
          </p:cNvPr>
          <p:cNvSpPr txBox="1"/>
          <p:nvPr/>
        </p:nvSpPr>
        <p:spPr>
          <a:xfrm>
            <a:off x="6571697" y="3381389"/>
            <a:ext cx="1874520" cy="310896"/>
          </a:xfrm>
          <a:prstGeom prst="rect">
            <a:avLst/>
          </a:prstGeom>
          <a:noFill/>
          <a:ln/>
        </p:spPr>
        <p:txBody>
          <a:bodyPr wrap="square" lIns="0" tIns="0" rIns="0" bIns="0" rtlCol="0" anchor="ctr"/>
          <a:lstStyle/>
          <a:p>
            <a:pPr marL="0" indent="0">
              <a:buNone/>
            </a:pPr>
            <a:r>
              <a:rPr lang="en-US" sz="1300" b="1" dirty="0">
                <a:solidFill>
                  <a:srgbClr val="16232B"/>
                </a:solidFill>
                <a:latin typeface="Calibri" pitchFamily="34" charset="0"/>
                <a:ea typeface="Calibri" pitchFamily="34" charset="-122"/>
                <a:cs typeface="Calibri" pitchFamily="34" charset="-120"/>
              </a:rPr>
              <a:t>Non-default distance</a:t>
            </a:r>
            <a:endParaRPr lang="en-US" sz="1300" dirty="0"/>
          </a:p>
        </p:txBody>
      </p:sp>
      <p:sp>
        <p:nvSpPr>
          <p:cNvPr id="49" name="Text 22">
            <a:extLst>
              <a:ext uri="{FF2B5EF4-FFF2-40B4-BE49-F238E27FC236}">
                <a16:creationId xmlns:a16="http://schemas.microsoft.com/office/drawing/2014/main" id="{C6784699-0501-8FEE-95C4-C534C9D5DC82}"/>
              </a:ext>
            </a:extLst>
          </p:cNvPr>
          <p:cNvSpPr txBox="1"/>
          <p:nvPr/>
        </p:nvSpPr>
        <p:spPr>
          <a:xfrm>
            <a:off x="8491937" y="3381389"/>
            <a:ext cx="2788920" cy="310896"/>
          </a:xfrm>
          <a:prstGeom prst="rect">
            <a:avLst/>
          </a:prstGeom>
          <a:noFill/>
          <a:ln/>
        </p:spPr>
        <p:txBody>
          <a:bodyPr wrap="square" lIns="0" tIns="0" rIns="0" bIns="0" rtlCol="0" anchor="ctr"/>
          <a:lstStyle/>
          <a:p>
            <a:pPr marL="0" indent="0">
              <a:buNone/>
            </a:pPr>
            <a:r>
              <a:rPr lang="en-US" sz="1200" dirty="0">
                <a:solidFill>
                  <a:srgbClr val="56666E"/>
                </a:solidFill>
                <a:latin typeface="Calibri" pitchFamily="34" charset="0"/>
                <a:ea typeface="Calibri" pitchFamily="34" charset="-122"/>
                <a:cs typeface="Calibri" pitchFamily="34" charset="-120"/>
              </a:rPr>
              <a:t>no  (11)</a:t>
            </a:r>
            <a:r>
              <a:rPr lang="en-US" sz="1200" b="1" dirty="0">
                <a:solidFill>
                  <a:srgbClr val="9E1B32"/>
                </a:solidFill>
                <a:latin typeface="Calibri" pitchFamily="34" charset="0"/>
                <a:ea typeface="Calibri" pitchFamily="34" charset="-122"/>
                <a:cs typeface="Calibri" pitchFamily="34" charset="-120"/>
              </a:rPr>
              <a:t>   →   </a:t>
            </a:r>
            <a:r>
              <a:rPr lang="en-US" sz="1200" b="1" dirty="0">
                <a:solidFill>
                  <a:srgbClr val="16232B"/>
                </a:solidFill>
                <a:latin typeface="Calibri" pitchFamily="34" charset="0"/>
                <a:ea typeface="Calibri" pitchFamily="34" charset="-122"/>
                <a:cs typeface="Calibri" pitchFamily="34" charset="-120"/>
              </a:rPr>
              <a:t>yes  (8)</a:t>
            </a:r>
            <a:endParaRPr lang="en-US" sz="1200" dirty="0"/>
          </a:p>
        </p:txBody>
      </p:sp>
      <p:sp>
        <p:nvSpPr>
          <p:cNvPr id="51" name="Text 23">
            <a:extLst>
              <a:ext uri="{FF2B5EF4-FFF2-40B4-BE49-F238E27FC236}">
                <a16:creationId xmlns:a16="http://schemas.microsoft.com/office/drawing/2014/main" id="{C5C666DC-4C13-0A98-E49E-B286BA3081FD}"/>
              </a:ext>
            </a:extLst>
          </p:cNvPr>
          <p:cNvSpPr txBox="1"/>
          <p:nvPr/>
        </p:nvSpPr>
        <p:spPr>
          <a:xfrm>
            <a:off x="6571697" y="3920885"/>
            <a:ext cx="4709160" cy="411480"/>
          </a:xfrm>
          <a:prstGeom prst="rect">
            <a:avLst/>
          </a:prstGeom>
          <a:noFill/>
          <a:ln/>
        </p:spPr>
        <p:txBody>
          <a:bodyPr wrap="square" lIns="0" tIns="0" rIns="0" bIns="0" rtlCol="0" anchor="t"/>
          <a:lstStyle/>
          <a:p>
            <a:pPr marL="0" indent="0">
              <a:lnSpc>
                <a:spcPts val="1400"/>
              </a:lnSpc>
              <a:buNone/>
            </a:pPr>
            <a:r>
              <a:rPr lang="en-US" sz="1150" i="1" dirty="0">
                <a:solidFill>
                  <a:srgbClr val="56666E"/>
                </a:solidFill>
                <a:latin typeface="Calibri" pitchFamily="34" charset="0"/>
                <a:ea typeface="Calibri" pitchFamily="34" charset="-122"/>
                <a:cs typeface="Calibri" pitchFamily="34" charset="-120"/>
              </a:rPr>
              <a:t>→  marks the contrast direction: every effect size and every IRR is reported for the right-hand category.</a:t>
            </a:r>
            <a:endParaRPr lang="en-US" sz="1150" dirty="0"/>
          </a:p>
        </p:txBody>
      </p:sp>
      <p:sp>
        <p:nvSpPr>
          <p:cNvPr id="53" name="Shape 24">
            <a:extLst>
              <a:ext uri="{FF2B5EF4-FFF2-40B4-BE49-F238E27FC236}">
                <a16:creationId xmlns:a16="http://schemas.microsoft.com/office/drawing/2014/main" id="{DD95F9DB-3262-F094-ED4C-541D85F2F603}"/>
              </a:ext>
            </a:extLst>
          </p:cNvPr>
          <p:cNvSpPr/>
          <p:nvPr/>
        </p:nvSpPr>
        <p:spPr>
          <a:xfrm>
            <a:off x="509225" y="4606685"/>
            <a:ext cx="5349240" cy="1481328"/>
          </a:xfrm>
          <a:prstGeom prst="roundRect">
            <a:avLst>
              <a:gd name="adj" fmla="val 4321"/>
            </a:avLst>
          </a:prstGeom>
          <a:solidFill>
            <a:srgbClr val="F8EBEE"/>
          </a:solidFill>
          <a:ln w="12700">
            <a:solidFill>
              <a:srgbClr val="F8EBEE"/>
            </a:solidFill>
            <a:prstDash val="solid"/>
          </a:ln>
        </p:spPr>
        <p:txBody>
          <a:bodyPr/>
          <a:lstStyle/>
          <a:p>
            <a:endParaRPr lang="ja-JP" altLang="en-US"/>
          </a:p>
        </p:txBody>
      </p:sp>
      <p:sp>
        <p:nvSpPr>
          <p:cNvPr id="55" name="Text 25">
            <a:extLst>
              <a:ext uri="{FF2B5EF4-FFF2-40B4-BE49-F238E27FC236}">
                <a16:creationId xmlns:a16="http://schemas.microsoft.com/office/drawing/2014/main" id="{3F9E7258-2619-56C3-2BFC-EE3FAA2AA271}"/>
              </a:ext>
            </a:extLst>
          </p:cNvPr>
          <p:cNvSpPr txBox="1"/>
          <p:nvPr/>
        </p:nvSpPr>
        <p:spPr>
          <a:xfrm>
            <a:off x="829265" y="4716413"/>
            <a:ext cx="4709160" cy="292608"/>
          </a:xfrm>
          <a:prstGeom prst="rect">
            <a:avLst/>
          </a:prstGeom>
          <a:noFill/>
          <a:ln/>
        </p:spPr>
        <p:txBody>
          <a:bodyPr wrap="square" lIns="0" tIns="0" rIns="0" bIns="0" rtlCol="0" anchor="ctr"/>
          <a:lstStyle/>
          <a:p>
            <a:pPr marL="0" indent="0">
              <a:buNone/>
            </a:pPr>
            <a:r>
              <a:rPr lang="en-US" sz="1350" b="1" dirty="0">
                <a:solidFill>
                  <a:srgbClr val="9E1B32"/>
                </a:solidFill>
                <a:latin typeface="Cambria" pitchFamily="34" charset="0"/>
                <a:ea typeface="Cambria" pitchFamily="34" charset="-122"/>
                <a:cs typeface="Cambria" pitchFamily="34" charset="-120"/>
              </a:rPr>
              <a:t>Ex.  Team 18  —  overall rank 1</a:t>
            </a:r>
            <a:endParaRPr lang="en-US" sz="1350" dirty="0"/>
          </a:p>
        </p:txBody>
      </p:sp>
      <p:sp>
        <p:nvSpPr>
          <p:cNvPr id="57" name="Text 26">
            <a:extLst>
              <a:ext uri="{FF2B5EF4-FFF2-40B4-BE49-F238E27FC236}">
                <a16:creationId xmlns:a16="http://schemas.microsoft.com/office/drawing/2014/main" id="{4EB805FB-7214-0DC6-C7AF-F98E317600A5}"/>
              </a:ext>
            </a:extLst>
          </p:cNvPr>
          <p:cNvSpPr txBox="1"/>
          <p:nvPr/>
        </p:nvSpPr>
        <p:spPr>
          <a:xfrm>
            <a:off x="829265" y="5027309"/>
            <a:ext cx="4709160" cy="292608"/>
          </a:xfrm>
          <a:prstGeom prst="rect">
            <a:avLst/>
          </a:prstGeom>
          <a:noFill/>
          <a:ln/>
        </p:spPr>
        <p:txBody>
          <a:bodyPr wrap="square" lIns="0" tIns="0" rIns="0" bIns="0" rtlCol="0" anchor="ctr"/>
          <a:lstStyle/>
          <a:p>
            <a:pPr marL="0" indent="0">
              <a:buNone/>
            </a:pPr>
            <a:r>
              <a:rPr lang="en-US" sz="1150" b="1" dirty="0">
                <a:solidFill>
                  <a:srgbClr val="16232B"/>
                </a:solidFill>
                <a:latin typeface="Calibri" pitchFamily="34" charset="0"/>
                <a:ea typeface="Calibri" pitchFamily="34" charset="-122"/>
                <a:cs typeface="Calibri" pitchFamily="34" charset="-120"/>
              </a:rPr>
              <a:t>elsewhere · synthesis yes · noise no · optimization yes · swapping no</a:t>
            </a:r>
            <a:endParaRPr lang="en-US" sz="1150" dirty="0"/>
          </a:p>
        </p:txBody>
      </p:sp>
      <p:sp>
        <p:nvSpPr>
          <p:cNvPr id="59" name="Text 27">
            <a:extLst>
              <a:ext uri="{FF2B5EF4-FFF2-40B4-BE49-F238E27FC236}">
                <a16:creationId xmlns:a16="http://schemas.microsoft.com/office/drawing/2014/main" id="{E98AD3C4-75C9-EF4E-EF14-6CBD3CC9D6C7}"/>
              </a:ext>
            </a:extLst>
          </p:cNvPr>
          <p:cNvSpPr txBox="1"/>
          <p:nvPr/>
        </p:nvSpPr>
        <p:spPr>
          <a:xfrm>
            <a:off x="829265" y="5338205"/>
            <a:ext cx="4709160" cy="658368"/>
          </a:xfrm>
          <a:prstGeom prst="rect">
            <a:avLst/>
          </a:prstGeom>
          <a:noFill/>
          <a:ln/>
        </p:spPr>
        <p:txBody>
          <a:bodyPr wrap="square" lIns="0" tIns="0" rIns="0" bIns="0" rtlCol="0" anchor="t"/>
          <a:lstStyle/>
          <a:p>
            <a:pPr marL="0" indent="0">
              <a:lnSpc>
                <a:spcPts val="1400"/>
              </a:lnSpc>
              <a:buNone/>
            </a:pPr>
            <a:r>
              <a:rPr lang="en-US" sz="1150" dirty="0">
                <a:solidFill>
                  <a:srgbClr val="56666E"/>
                </a:solidFill>
                <a:latin typeface="Calibri" pitchFamily="34" charset="0"/>
                <a:ea typeface="Calibri" pitchFamily="34" charset="-122"/>
                <a:cs typeface="Calibri" pitchFamily="34" charset="-120"/>
              </a:rPr>
              <a:t>Inferred Synthea's parameters with a generative model, built a pseudo-population, then picked its best 10,000 rows by simulated annealing.</a:t>
            </a:r>
            <a:endParaRPr lang="en-US" sz="1150" dirty="0"/>
          </a:p>
        </p:txBody>
      </p:sp>
      <p:sp>
        <p:nvSpPr>
          <p:cNvPr id="61" name="Shape 28">
            <a:extLst>
              <a:ext uri="{FF2B5EF4-FFF2-40B4-BE49-F238E27FC236}">
                <a16:creationId xmlns:a16="http://schemas.microsoft.com/office/drawing/2014/main" id="{9E7526AB-7642-4C75-0D00-599CEF5ED078}"/>
              </a:ext>
            </a:extLst>
          </p:cNvPr>
          <p:cNvSpPr/>
          <p:nvPr/>
        </p:nvSpPr>
        <p:spPr>
          <a:xfrm>
            <a:off x="6251657" y="4606685"/>
            <a:ext cx="5349240" cy="1481328"/>
          </a:xfrm>
          <a:prstGeom prst="roundRect">
            <a:avLst>
              <a:gd name="adj" fmla="val 4321"/>
            </a:avLst>
          </a:prstGeom>
          <a:solidFill>
            <a:srgbClr val="F8EBEE"/>
          </a:solidFill>
          <a:ln w="12700">
            <a:solidFill>
              <a:srgbClr val="F8EBEE"/>
            </a:solidFill>
            <a:prstDash val="solid"/>
          </a:ln>
        </p:spPr>
        <p:txBody>
          <a:bodyPr/>
          <a:lstStyle/>
          <a:p>
            <a:endParaRPr lang="ja-JP" altLang="en-US"/>
          </a:p>
        </p:txBody>
      </p:sp>
      <p:sp>
        <p:nvSpPr>
          <p:cNvPr id="63" name="Text 29">
            <a:extLst>
              <a:ext uri="{FF2B5EF4-FFF2-40B4-BE49-F238E27FC236}">
                <a16:creationId xmlns:a16="http://schemas.microsoft.com/office/drawing/2014/main" id="{666C8B28-8A46-2916-D7DC-8ED5993A2DE9}"/>
              </a:ext>
            </a:extLst>
          </p:cNvPr>
          <p:cNvSpPr txBox="1"/>
          <p:nvPr/>
        </p:nvSpPr>
        <p:spPr>
          <a:xfrm>
            <a:off x="6571697" y="4716413"/>
            <a:ext cx="4709160" cy="292608"/>
          </a:xfrm>
          <a:prstGeom prst="rect">
            <a:avLst/>
          </a:prstGeom>
          <a:noFill/>
          <a:ln/>
        </p:spPr>
        <p:txBody>
          <a:bodyPr wrap="square" lIns="0" tIns="0" rIns="0" bIns="0" rtlCol="0" anchor="ctr"/>
          <a:lstStyle/>
          <a:p>
            <a:pPr marL="0" indent="0">
              <a:buNone/>
            </a:pPr>
            <a:r>
              <a:rPr lang="en-US" sz="1350" b="1" dirty="0">
                <a:solidFill>
                  <a:srgbClr val="9E1B32"/>
                </a:solidFill>
                <a:latin typeface="Cambria" pitchFamily="34" charset="0"/>
                <a:ea typeface="Cambria" pitchFamily="34" charset="-122"/>
                <a:cs typeface="Cambria" pitchFamily="34" charset="-120"/>
              </a:rPr>
              <a:t>Ex.  Team 8  —  best attack score</a:t>
            </a:r>
            <a:endParaRPr lang="en-US" sz="1350" dirty="0"/>
          </a:p>
        </p:txBody>
      </p:sp>
      <p:sp>
        <p:nvSpPr>
          <p:cNvPr id="65" name="Text 30">
            <a:extLst>
              <a:ext uri="{FF2B5EF4-FFF2-40B4-BE49-F238E27FC236}">
                <a16:creationId xmlns:a16="http://schemas.microsoft.com/office/drawing/2014/main" id="{8297E785-DE92-689E-F770-DF7AC31BE339}"/>
              </a:ext>
            </a:extLst>
          </p:cNvPr>
          <p:cNvSpPr txBox="1"/>
          <p:nvPr/>
        </p:nvSpPr>
        <p:spPr>
          <a:xfrm>
            <a:off x="6571697" y="5027309"/>
            <a:ext cx="4709160" cy="292608"/>
          </a:xfrm>
          <a:prstGeom prst="rect">
            <a:avLst/>
          </a:prstGeom>
          <a:noFill/>
          <a:ln/>
        </p:spPr>
        <p:txBody>
          <a:bodyPr wrap="square" lIns="0" tIns="0" rIns="0" bIns="0" rtlCol="0" anchor="ctr"/>
          <a:lstStyle/>
          <a:p>
            <a:pPr marL="0" indent="0">
              <a:buNone/>
            </a:pPr>
            <a:r>
              <a:rPr lang="en-US" sz="1150" b="1" dirty="0">
                <a:solidFill>
                  <a:srgbClr val="16232B"/>
                </a:solidFill>
                <a:latin typeface="Calibri" pitchFamily="34" charset="0"/>
                <a:ea typeface="Calibri" pitchFamily="34" charset="-122"/>
                <a:cs typeface="Calibri" pitchFamily="34" charset="-120"/>
              </a:rPr>
              <a:t>anonymized data only · attacker-trained model yes · non-default distance no</a:t>
            </a:r>
            <a:endParaRPr lang="en-US" sz="1150" dirty="0"/>
          </a:p>
        </p:txBody>
      </p:sp>
      <p:sp>
        <p:nvSpPr>
          <p:cNvPr id="67" name="Text 31">
            <a:extLst>
              <a:ext uri="{FF2B5EF4-FFF2-40B4-BE49-F238E27FC236}">
                <a16:creationId xmlns:a16="http://schemas.microsoft.com/office/drawing/2014/main" id="{84ADE0E2-CB44-4386-B236-A38BC77EC011}"/>
              </a:ext>
            </a:extLst>
          </p:cNvPr>
          <p:cNvSpPr txBox="1"/>
          <p:nvPr/>
        </p:nvSpPr>
        <p:spPr>
          <a:xfrm>
            <a:off x="6571697" y="5338205"/>
            <a:ext cx="4709160" cy="658368"/>
          </a:xfrm>
          <a:prstGeom prst="rect">
            <a:avLst/>
          </a:prstGeom>
          <a:noFill/>
          <a:ln/>
        </p:spPr>
        <p:txBody>
          <a:bodyPr wrap="square" lIns="0" tIns="0" rIns="0" bIns="0" rtlCol="0" anchor="t"/>
          <a:lstStyle/>
          <a:p>
            <a:pPr marL="0" indent="0">
              <a:lnSpc>
                <a:spcPts val="1400"/>
              </a:lnSpc>
              <a:buNone/>
            </a:pPr>
            <a:r>
              <a:rPr lang="en-US" sz="1150" dirty="0">
                <a:solidFill>
                  <a:srgbClr val="56666E"/>
                </a:solidFill>
                <a:latin typeface="Calibri" pitchFamily="34" charset="0"/>
                <a:ea typeface="Calibri" pitchFamily="34" charset="-122"/>
                <a:cs typeface="Calibri" pitchFamily="34" charset="-120"/>
              </a:rPr>
              <a:t>A Gaussian LiRA combined with a distance attack on covariance-augmented data.</a:t>
            </a:r>
            <a:endParaRPr lang="en-US" sz="1150" dirty="0"/>
          </a:p>
        </p:txBody>
      </p:sp>
    </p:spTree>
    <p:extLst>
      <p:ext uri="{BB962C8B-B14F-4D97-AF65-F5344CB8AC3E}">
        <p14:creationId xmlns:p14="http://schemas.microsoft.com/office/powerpoint/2010/main" val="1119686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C1F55B-4AFA-CCED-B23F-638DA35B87E9}"/>
              </a:ext>
            </a:extLst>
          </p:cNvPr>
          <p:cNvSpPr>
            <a:spLocks noGrp="1"/>
          </p:cNvSpPr>
          <p:nvPr>
            <p:ph type="title"/>
          </p:nvPr>
        </p:nvSpPr>
        <p:spPr/>
        <p:txBody>
          <a:bodyPr/>
          <a:lstStyle/>
          <a:p>
            <a:r>
              <a:rPr lang="ja-JP" altLang="ja-JP" dirty="0"/>
              <a:t>Key opportunity</a:t>
            </a:r>
            <a:endParaRPr kumimoji="1" lang="ja-JP" altLang="en-US" dirty="0"/>
          </a:p>
        </p:txBody>
      </p:sp>
      <p:sp>
        <p:nvSpPr>
          <p:cNvPr id="3" name="コンテンツ プレースホルダー 2">
            <a:extLst>
              <a:ext uri="{FF2B5EF4-FFF2-40B4-BE49-F238E27FC236}">
                <a16:creationId xmlns:a16="http://schemas.microsoft.com/office/drawing/2014/main" id="{925C6EF6-1C65-BE5B-5A7B-7B90AF9EFB6E}"/>
              </a:ext>
            </a:extLst>
          </p:cNvPr>
          <p:cNvSpPr>
            <a:spLocks noGrp="1"/>
          </p:cNvSpPr>
          <p:nvPr>
            <p:ph idx="1"/>
          </p:nvPr>
        </p:nvSpPr>
        <p:spPr/>
        <p:txBody>
          <a:bodyPr/>
          <a:lstStyle/>
          <a:p>
            <a:r>
              <a:rPr lang="ja-JP" altLang="en-US" dirty="0"/>
              <a:t>「ここで、そのような粗い情報からも学ぶことが可能なのか？ということが我々が知りたいことだ」、と進める</a:t>
            </a:r>
            <a:endParaRPr lang="en-US" altLang="ja-JP" dirty="0"/>
          </a:p>
          <a:p>
            <a:r>
              <a:rPr lang="ja-JP" altLang="ja-JP" dirty="0"/>
              <a:t>コードがなく、発表として曖昧な形でしか情報が得られない</a:t>
            </a:r>
            <a:r>
              <a:rPr lang="ja-JP" altLang="en-US" dirty="0"/>
              <a:t>が、</a:t>
            </a:r>
            <a:r>
              <a:rPr lang="en-US" altLang="ja-JP" dirty="0"/>
              <a:t>high-level</a:t>
            </a:r>
            <a:r>
              <a:rPr lang="ja-JP" altLang="en-US" dirty="0"/>
              <a:t>な手法の説明および結果としてのスコアは得られる中間的な状況にあたり、</a:t>
            </a:r>
            <a:r>
              <a:rPr lang="en-US" altLang="ja-JP" dirty="0"/>
              <a:t>PWSCUP</a:t>
            </a:r>
            <a:r>
              <a:rPr lang="ja-JP" altLang="en-US" dirty="0"/>
              <a:t>は適切な検証の場である</a:t>
            </a:r>
            <a:r>
              <a:rPr lang="ja-JP" altLang="ja-JP" dirty="0"/>
              <a:t>。</a:t>
            </a:r>
          </a:p>
        </p:txBody>
      </p:sp>
      <p:sp>
        <p:nvSpPr>
          <p:cNvPr id="4" name="フッター プレースホルダー 3">
            <a:extLst>
              <a:ext uri="{FF2B5EF4-FFF2-40B4-BE49-F238E27FC236}">
                <a16:creationId xmlns:a16="http://schemas.microsoft.com/office/drawing/2014/main" id="{34E5B8DB-F383-A84B-4FBB-FD768381B5B4}"/>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A6647ECD-E163-BFEB-06D1-54B9BF1AA461}"/>
              </a:ext>
            </a:extLst>
          </p:cNvPr>
          <p:cNvSpPr>
            <a:spLocks noGrp="1"/>
          </p:cNvSpPr>
          <p:nvPr>
            <p:ph type="sldNum" sz="quarter" idx="12"/>
          </p:nvPr>
        </p:nvSpPr>
        <p:spPr/>
        <p:txBody>
          <a:bodyPr/>
          <a:lstStyle/>
          <a:p>
            <a:fld id="{23177E0D-DEDB-4F71-BE70-957F7FD4B592}" type="slidenum">
              <a:rPr kumimoji="1" lang="ja-JP" altLang="en-US" smtClean="0"/>
              <a:t>12</a:t>
            </a:fld>
            <a:endParaRPr kumimoji="1" lang="ja-JP" altLang="en-US"/>
          </a:p>
        </p:txBody>
      </p:sp>
    </p:spTree>
    <p:extLst>
      <p:ext uri="{BB962C8B-B14F-4D97-AF65-F5344CB8AC3E}">
        <p14:creationId xmlns:p14="http://schemas.microsoft.com/office/powerpoint/2010/main" val="3533698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C49DCF-F9FB-0977-64B9-36AF1C3077D8}"/>
              </a:ext>
            </a:extLst>
          </p:cNvPr>
          <p:cNvSpPr>
            <a:spLocks noGrp="1"/>
          </p:cNvSpPr>
          <p:nvPr>
            <p:ph type="title"/>
          </p:nvPr>
        </p:nvSpPr>
        <p:spPr>
          <a:xfrm>
            <a:off x="495300" y="89781"/>
            <a:ext cx="10515600" cy="1325563"/>
          </a:xfrm>
        </p:spPr>
        <p:txBody>
          <a:bodyPr>
            <a:noAutofit/>
          </a:bodyPr>
          <a:lstStyle/>
          <a:p>
            <a:r>
              <a:rPr lang="en-US" altLang="ja-JP" sz="3600" dirty="0">
                <a:latin typeface="Georgia" panose="02040502050405020303" pitchFamily="18" charset="0"/>
              </a:rPr>
              <a:t>H1: Were generation/reconstruction designs associated with better utility and anonymization?</a:t>
            </a:r>
            <a:endParaRPr kumimoji="1" lang="ja-JP" altLang="en-US" sz="3600" dirty="0">
              <a:latin typeface="Georgia" panose="02040502050405020303" pitchFamily="18" charset="0"/>
            </a:endParaRPr>
          </a:p>
        </p:txBody>
      </p:sp>
      <p:sp>
        <p:nvSpPr>
          <p:cNvPr id="4" name="フッター プレースホルダー 3">
            <a:extLst>
              <a:ext uri="{FF2B5EF4-FFF2-40B4-BE49-F238E27FC236}">
                <a16:creationId xmlns:a16="http://schemas.microsoft.com/office/drawing/2014/main" id="{A6EA3E5E-594E-0289-2FCE-7050A596833F}"/>
              </a:ext>
            </a:extLst>
          </p:cNvPr>
          <p:cNvSpPr>
            <a:spLocks noGrp="1"/>
          </p:cNvSpPr>
          <p:nvPr>
            <p:ph type="ftr" sz="quarter" idx="11"/>
          </p:nvPr>
        </p:nvSpPr>
        <p:spPr/>
        <p:txBody>
          <a:bodyPr/>
          <a:lstStyle/>
          <a:p>
            <a:r>
              <a:rPr kumimoji="1" lang="it-IT" altLang="ja-JP" dirty="0"/>
              <a:t>Hinata Kikuchi kikuchih@ism.ac.jp - PSD 2026, Cadiz</a:t>
            </a:r>
            <a:endParaRPr kumimoji="1" lang="ja-JP" altLang="en-US" dirty="0"/>
          </a:p>
        </p:txBody>
      </p:sp>
      <p:sp>
        <p:nvSpPr>
          <p:cNvPr id="5" name="スライド番号プレースホルダー 4">
            <a:extLst>
              <a:ext uri="{FF2B5EF4-FFF2-40B4-BE49-F238E27FC236}">
                <a16:creationId xmlns:a16="http://schemas.microsoft.com/office/drawing/2014/main" id="{7F4C339C-61FF-931E-EF75-1EC462AA85ED}"/>
              </a:ext>
            </a:extLst>
          </p:cNvPr>
          <p:cNvSpPr>
            <a:spLocks noGrp="1"/>
          </p:cNvSpPr>
          <p:nvPr>
            <p:ph type="sldNum" sz="quarter" idx="12"/>
          </p:nvPr>
        </p:nvSpPr>
        <p:spPr/>
        <p:txBody>
          <a:bodyPr/>
          <a:lstStyle/>
          <a:p>
            <a:fld id="{23177E0D-DEDB-4F71-BE70-957F7FD4B592}" type="slidenum">
              <a:rPr kumimoji="1" lang="ja-JP" altLang="en-US" smtClean="0"/>
              <a:t>13</a:t>
            </a:fld>
            <a:endParaRPr kumimoji="1" lang="ja-JP" altLang="en-US"/>
          </a:p>
        </p:txBody>
      </p:sp>
      <p:pic>
        <p:nvPicPr>
          <p:cNvPr id="7" name="Image 0" descr="C:/Users/kikus/OneDrive/20260904_PSD/slide_figs/h1_forest_color.png">
            <a:extLst>
              <a:ext uri="{FF2B5EF4-FFF2-40B4-BE49-F238E27FC236}">
                <a16:creationId xmlns:a16="http://schemas.microsoft.com/office/drawing/2014/main" id="{D3924506-07CF-0E83-D2F4-EC052D0AACF9}"/>
              </a:ext>
            </a:extLst>
          </p:cNvPr>
          <p:cNvPicPr>
            <a:picLocks noChangeAspect="1"/>
          </p:cNvPicPr>
          <p:nvPr/>
        </p:nvPicPr>
        <p:blipFill>
          <a:blip r:embed="rId3"/>
          <a:stretch>
            <a:fillRect/>
          </a:stretch>
        </p:blipFill>
        <p:spPr>
          <a:xfrm>
            <a:off x="4916214" y="1844024"/>
            <a:ext cx="6474372" cy="3667418"/>
          </a:xfrm>
          <a:prstGeom prst="rect">
            <a:avLst/>
          </a:prstGeom>
          <a:ln>
            <a:solidFill>
              <a:schemeClr val="tx1"/>
            </a:solidFill>
          </a:ln>
        </p:spPr>
      </p:pic>
      <p:sp>
        <p:nvSpPr>
          <p:cNvPr id="8" name="Text 2">
            <a:extLst>
              <a:ext uri="{FF2B5EF4-FFF2-40B4-BE49-F238E27FC236}">
                <a16:creationId xmlns:a16="http://schemas.microsoft.com/office/drawing/2014/main" id="{2015444E-E4A6-0CDD-181C-88197D7EE165}"/>
              </a:ext>
            </a:extLst>
          </p:cNvPr>
          <p:cNvSpPr/>
          <p:nvPr/>
        </p:nvSpPr>
        <p:spPr>
          <a:xfrm>
            <a:off x="373380" y="1652000"/>
            <a:ext cx="2331720" cy="384048"/>
          </a:xfrm>
          <a:prstGeom prst="roundRect">
            <a:avLst>
              <a:gd name="adj" fmla="val 19048"/>
            </a:avLst>
          </a:prstGeom>
          <a:solidFill>
            <a:srgbClr val="F3F6F8"/>
          </a:solidFill>
          <a:ln w="10160">
            <a:solidFill>
              <a:srgbClr val="F3F6F8">
                <a:alpha val="0"/>
              </a:srgbClr>
            </a:solidFill>
          </a:ln>
        </p:spPr>
        <p:txBody>
          <a:bodyPr wrap="square" lIns="1016" tIns="1016" rIns="1016" bIns="1016" rtlCol="0" anchor="ctr">
            <a:normAutofit/>
          </a:bodyPr>
          <a:lstStyle/>
          <a:p>
            <a:pPr marL="0" indent="0" algn="ctr">
              <a:buNone/>
            </a:pPr>
            <a:r>
              <a:rPr lang="en-US" sz="2000" b="1" dirty="0">
                <a:solidFill>
                  <a:srgbClr val="14212B"/>
                </a:solidFill>
                <a:latin typeface="Aptos" pitchFamily="34" charset="0"/>
                <a:ea typeface="Aptos" pitchFamily="34" charset="-122"/>
                <a:cs typeface="Aptos" pitchFamily="34" charset="-120"/>
              </a:rPr>
              <a:t>Main pattern</a:t>
            </a:r>
            <a:endParaRPr lang="en-US" sz="2000" dirty="0"/>
          </a:p>
        </p:txBody>
      </p:sp>
      <p:sp>
        <p:nvSpPr>
          <p:cNvPr id="10" name="Text 3">
            <a:extLst>
              <a:ext uri="{FF2B5EF4-FFF2-40B4-BE49-F238E27FC236}">
                <a16:creationId xmlns:a16="http://schemas.microsoft.com/office/drawing/2014/main" id="{C1EC17BF-0C94-1E7C-3A9B-5626FB98A441}"/>
              </a:ext>
            </a:extLst>
          </p:cNvPr>
          <p:cNvSpPr/>
          <p:nvPr/>
        </p:nvSpPr>
        <p:spPr>
          <a:xfrm>
            <a:off x="373380" y="2023983"/>
            <a:ext cx="4282440" cy="960120"/>
          </a:xfrm>
          <a:prstGeom prst="rect">
            <a:avLst/>
          </a:prstGeom>
          <a:noFill/>
          <a:ln/>
        </p:spPr>
        <p:txBody>
          <a:bodyPr wrap="square" lIns="0" tIns="0" rIns="0" bIns="0" rtlCol="0" anchor="ctr">
            <a:normAutofit/>
          </a:bodyPr>
          <a:lstStyle/>
          <a:p>
            <a:pPr marL="0" indent="0" algn="ctr">
              <a:buNone/>
            </a:pPr>
            <a:r>
              <a:rPr lang="en-US" sz="2000" b="1" dirty="0">
                <a:solidFill>
                  <a:srgbClr val="A11833"/>
                </a:solidFill>
                <a:latin typeface="Aptos" panose="020B0004020202020204" pitchFamily="34" charset="0"/>
                <a:ea typeface="Georgia" pitchFamily="34" charset="-122"/>
                <a:cs typeface="Georgia" pitchFamily="34" charset="-120"/>
              </a:rPr>
              <a:t>Synthesis moved utility and anonymization strongly in the same direction.</a:t>
            </a:r>
            <a:endParaRPr lang="en-US" sz="2000" dirty="0">
              <a:latin typeface="Aptos" panose="020B0004020202020204" pitchFamily="34" charset="0"/>
            </a:endParaRPr>
          </a:p>
        </p:txBody>
      </p:sp>
      <p:sp>
        <p:nvSpPr>
          <p:cNvPr id="11" name="楕円 10">
            <a:extLst>
              <a:ext uri="{FF2B5EF4-FFF2-40B4-BE49-F238E27FC236}">
                <a16:creationId xmlns:a16="http://schemas.microsoft.com/office/drawing/2014/main" id="{8654C2CC-22D0-D5A7-3579-8F317347FA15}"/>
              </a:ext>
            </a:extLst>
          </p:cNvPr>
          <p:cNvSpPr/>
          <p:nvPr/>
        </p:nvSpPr>
        <p:spPr>
          <a:xfrm>
            <a:off x="10256520" y="2243312"/>
            <a:ext cx="960120" cy="52146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8614AA42-D48A-B813-0381-5B8A22B15029}"/>
              </a:ext>
            </a:extLst>
          </p:cNvPr>
          <p:cNvSpPr/>
          <p:nvPr/>
        </p:nvSpPr>
        <p:spPr>
          <a:xfrm>
            <a:off x="9582150" y="2773461"/>
            <a:ext cx="1059180" cy="6180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E6BF49E4-4847-D3CD-7E62-6CCF6EDCA8E4}"/>
              </a:ext>
            </a:extLst>
          </p:cNvPr>
          <p:cNvSpPr/>
          <p:nvPr/>
        </p:nvSpPr>
        <p:spPr>
          <a:xfrm>
            <a:off x="6309360" y="3267840"/>
            <a:ext cx="1059180" cy="6180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Text 4">
            <a:extLst>
              <a:ext uri="{FF2B5EF4-FFF2-40B4-BE49-F238E27FC236}">
                <a16:creationId xmlns:a16="http://schemas.microsoft.com/office/drawing/2014/main" id="{8FBD543C-2136-0F31-8247-6A702BB3D9BA}"/>
              </a:ext>
            </a:extLst>
          </p:cNvPr>
          <p:cNvSpPr/>
          <p:nvPr/>
        </p:nvSpPr>
        <p:spPr>
          <a:xfrm>
            <a:off x="495300" y="3120520"/>
            <a:ext cx="4292688" cy="689800"/>
          </a:xfrm>
          <a:prstGeom prst="roundRect">
            <a:avLst>
              <a:gd name="adj" fmla="val 12903"/>
            </a:avLst>
          </a:prstGeom>
          <a:solidFill>
            <a:srgbClr val="FFF3E5"/>
          </a:solidFill>
          <a:ln w="10160">
            <a:solidFill>
              <a:srgbClr val="FFF3E5">
                <a:alpha val="0"/>
              </a:srgbClr>
            </a:solidFill>
          </a:ln>
        </p:spPr>
        <p:txBody>
          <a:bodyPr wrap="square" lIns="1016" tIns="1016" rIns="1016" bIns="1016" rtlCol="0" anchor="ctr">
            <a:normAutofit/>
          </a:bodyPr>
          <a:lstStyle/>
          <a:p>
            <a:pPr marL="0" indent="0" algn="ctr">
              <a:buNone/>
            </a:pPr>
            <a:r>
              <a:rPr lang="en-US" sz="2000" b="1" dirty="0">
                <a:latin typeface="Aptos" pitchFamily="34" charset="0"/>
                <a:ea typeface="Aptos" pitchFamily="34" charset="-122"/>
                <a:cs typeface="Aptos" pitchFamily="34" charset="-120"/>
              </a:rPr>
              <a:t>Base: B → elsewhere</a:t>
            </a:r>
            <a:endParaRPr lang="en-US" sz="2000" dirty="0"/>
          </a:p>
          <a:p>
            <a:pPr marL="0" indent="0" algn="ctr">
              <a:buNone/>
            </a:pPr>
            <a:r>
              <a:rPr lang="en-US" sz="2000" b="1" dirty="0">
                <a:latin typeface="Aptos" pitchFamily="34" charset="0"/>
                <a:ea typeface="Aptos" pitchFamily="34" charset="-122"/>
                <a:cs typeface="Aptos" pitchFamily="34" charset="-120"/>
              </a:rPr>
              <a:t>utility +1.55</a:t>
            </a:r>
            <a:endParaRPr lang="en-US" sz="2000" dirty="0"/>
          </a:p>
        </p:txBody>
      </p:sp>
      <p:sp>
        <p:nvSpPr>
          <p:cNvPr id="19" name="Text 5">
            <a:extLst>
              <a:ext uri="{FF2B5EF4-FFF2-40B4-BE49-F238E27FC236}">
                <a16:creationId xmlns:a16="http://schemas.microsoft.com/office/drawing/2014/main" id="{9BA872C4-B575-D20C-B1D7-75E5E283FF2C}"/>
              </a:ext>
            </a:extLst>
          </p:cNvPr>
          <p:cNvSpPr/>
          <p:nvPr/>
        </p:nvSpPr>
        <p:spPr>
          <a:xfrm>
            <a:off x="495300" y="3957322"/>
            <a:ext cx="4292688" cy="746875"/>
          </a:xfrm>
          <a:prstGeom prst="roundRect">
            <a:avLst>
              <a:gd name="adj" fmla="val 12903"/>
            </a:avLst>
          </a:prstGeom>
          <a:solidFill>
            <a:srgbClr val="F8E7EA"/>
          </a:solidFill>
          <a:ln w="10160">
            <a:solidFill>
              <a:srgbClr val="F8E7EA">
                <a:alpha val="0"/>
              </a:srgbClr>
            </a:solidFill>
          </a:ln>
        </p:spPr>
        <p:txBody>
          <a:bodyPr wrap="square" lIns="1016" tIns="1016" rIns="1016" bIns="1016" rtlCol="0" anchor="ctr">
            <a:normAutofit/>
          </a:bodyPr>
          <a:lstStyle/>
          <a:p>
            <a:pPr marL="0" indent="0" algn="ctr">
              <a:buNone/>
            </a:pPr>
            <a:r>
              <a:rPr lang="en-US" sz="2000" b="1" dirty="0">
                <a:latin typeface="Aptos" pitchFamily="34" charset="0"/>
                <a:ea typeface="Aptos" pitchFamily="34" charset="-122"/>
                <a:cs typeface="Aptos" pitchFamily="34" charset="-120"/>
              </a:rPr>
              <a:t>Synthesis</a:t>
            </a:r>
            <a:endParaRPr lang="en-US" sz="2000" dirty="0"/>
          </a:p>
          <a:p>
            <a:pPr marL="0" indent="0" algn="ctr">
              <a:buNone/>
            </a:pPr>
            <a:r>
              <a:rPr lang="en-US" sz="2000" b="1" dirty="0">
                <a:latin typeface="Aptos" pitchFamily="34" charset="0"/>
                <a:ea typeface="Aptos" pitchFamily="34" charset="-122"/>
                <a:cs typeface="Aptos" pitchFamily="34" charset="-120"/>
              </a:rPr>
              <a:t>utility +1.26 · anon. +1.01</a:t>
            </a:r>
            <a:endParaRPr lang="en-US" sz="2000" dirty="0"/>
          </a:p>
        </p:txBody>
      </p:sp>
      <p:sp>
        <p:nvSpPr>
          <p:cNvPr id="21" name="Text 6">
            <a:extLst>
              <a:ext uri="{FF2B5EF4-FFF2-40B4-BE49-F238E27FC236}">
                <a16:creationId xmlns:a16="http://schemas.microsoft.com/office/drawing/2014/main" id="{3B0A02F6-D761-F3AB-37E1-08762F5A4469}"/>
              </a:ext>
            </a:extLst>
          </p:cNvPr>
          <p:cNvSpPr/>
          <p:nvPr/>
        </p:nvSpPr>
        <p:spPr>
          <a:xfrm>
            <a:off x="495300" y="4903345"/>
            <a:ext cx="4292688" cy="461665"/>
          </a:xfrm>
          <a:prstGeom prst="roundRect">
            <a:avLst>
              <a:gd name="adj" fmla="val 12903"/>
            </a:avLst>
          </a:prstGeom>
          <a:solidFill>
            <a:srgbClr val="F3F6F8"/>
          </a:solidFill>
          <a:ln w="10160">
            <a:solidFill>
              <a:srgbClr val="F3F6F8">
                <a:alpha val="0"/>
              </a:srgbClr>
            </a:solidFill>
          </a:ln>
        </p:spPr>
        <p:txBody>
          <a:bodyPr wrap="square" lIns="1016" tIns="1016" rIns="1016" bIns="1016" rtlCol="0" anchor="ctr">
            <a:normAutofit/>
          </a:bodyPr>
          <a:lstStyle/>
          <a:p>
            <a:pPr marL="0" indent="0" algn="ctr">
              <a:buNone/>
            </a:pPr>
            <a:r>
              <a:rPr lang="en-US" sz="2000" b="1" dirty="0">
                <a:solidFill>
                  <a:srgbClr val="657481"/>
                </a:solidFill>
                <a:latin typeface="Aptos" pitchFamily="34" charset="0"/>
                <a:ea typeface="Aptos" pitchFamily="34" charset="-122"/>
                <a:cs typeface="Aptos" pitchFamily="34" charset="-120"/>
              </a:rPr>
              <a:t>Explicit noise went the opposite way</a:t>
            </a:r>
            <a:endParaRPr lang="en-US" sz="2000" dirty="0"/>
          </a:p>
        </p:txBody>
      </p:sp>
      <p:sp>
        <p:nvSpPr>
          <p:cNvPr id="23" name="テキスト ボックス 22">
            <a:extLst>
              <a:ext uri="{FF2B5EF4-FFF2-40B4-BE49-F238E27FC236}">
                <a16:creationId xmlns:a16="http://schemas.microsoft.com/office/drawing/2014/main" id="{C3982AC4-7B27-4AE5-0DAE-E3204168CBE9}"/>
              </a:ext>
            </a:extLst>
          </p:cNvPr>
          <p:cNvSpPr txBox="1"/>
          <p:nvPr/>
        </p:nvSpPr>
        <p:spPr>
          <a:xfrm>
            <a:off x="1709737" y="5710590"/>
            <a:ext cx="8772525" cy="461665"/>
          </a:xfrm>
          <a:prstGeom prst="rect">
            <a:avLst/>
          </a:prstGeom>
          <a:noFill/>
          <a:ln>
            <a:solidFill>
              <a:schemeClr val="tx1"/>
            </a:solidFill>
          </a:ln>
        </p:spPr>
        <p:txBody>
          <a:bodyPr wrap="square">
            <a:spAutoFit/>
          </a:bodyPr>
          <a:lstStyle/>
          <a:p>
            <a:r>
              <a:rPr lang="en-US" altLang="ja-JP" sz="2400" b="1" dirty="0">
                <a:latin typeface="Georgia" panose="02040502050405020303" pitchFamily="18" charset="0"/>
                <a:ea typeface="Aptos" pitchFamily="34" charset="-122"/>
                <a:cs typeface="Aptos" pitchFamily="34" charset="-120"/>
              </a:rPr>
              <a:t>Yes. - Some designs affected both scores in this contest.</a:t>
            </a:r>
            <a:endParaRPr lang="ja-JP" altLang="en-US" sz="2000" dirty="0">
              <a:latin typeface="Georgia" panose="02040502050405020303" pitchFamily="18" charset="0"/>
            </a:endParaRPr>
          </a:p>
        </p:txBody>
      </p:sp>
    </p:spTree>
    <p:extLst>
      <p:ext uri="{BB962C8B-B14F-4D97-AF65-F5344CB8AC3E}">
        <p14:creationId xmlns:p14="http://schemas.microsoft.com/office/powerpoint/2010/main" val="4252126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01ADB4-9C19-CEAD-627E-9D1D5129C3EC}"/>
              </a:ext>
            </a:extLst>
          </p:cNvPr>
          <p:cNvSpPr>
            <a:spLocks noGrp="1"/>
          </p:cNvSpPr>
          <p:nvPr>
            <p:ph type="title"/>
          </p:nvPr>
        </p:nvSpPr>
        <p:spPr/>
        <p:txBody>
          <a:bodyPr/>
          <a:lstStyle/>
          <a:p>
            <a:r>
              <a:rPr kumimoji="1" lang="en-US" altLang="ja-JP" dirty="0"/>
              <a:t>PWSCUP overview</a:t>
            </a:r>
            <a:endParaRPr kumimoji="1" lang="ja-JP" altLang="en-US" dirty="0"/>
          </a:p>
        </p:txBody>
      </p:sp>
      <p:sp>
        <p:nvSpPr>
          <p:cNvPr id="3" name="コンテンツ プレースホルダー 2">
            <a:extLst>
              <a:ext uri="{FF2B5EF4-FFF2-40B4-BE49-F238E27FC236}">
                <a16:creationId xmlns:a16="http://schemas.microsoft.com/office/drawing/2014/main" id="{98061D99-49F8-E697-A38D-A4A49EE19AD3}"/>
              </a:ext>
            </a:extLst>
          </p:cNvPr>
          <p:cNvSpPr>
            <a:spLocks noGrp="1"/>
          </p:cNvSpPr>
          <p:nvPr>
            <p:ph idx="1"/>
          </p:nvPr>
        </p:nvSpPr>
        <p:spPr/>
        <p:txBody>
          <a:bodyPr/>
          <a:lstStyle/>
          <a:p>
            <a:r>
              <a:rPr lang="ja-JP" altLang="en-US" dirty="0"/>
              <a:t>全チームが何をしたか、を説明していたことを例示を踏まえて説明する</a:t>
            </a:r>
            <a:endParaRPr lang="en-US" altLang="ja-JP" dirty="0"/>
          </a:p>
          <a:p>
            <a:r>
              <a:rPr lang="ja-JP" altLang="en-US" dirty="0"/>
              <a:t>攻撃側の手法の例示</a:t>
            </a:r>
            <a:r>
              <a:rPr lang="en-US" altLang="ja-JP" dirty="0"/>
              <a:t>(</a:t>
            </a:r>
            <a:r>
              <a:rPr lang="ja-JP" altLang="en-US" dirty="0"/>
              <a:t>トップなど</a:t>
            </a:r>
            <a:r>
              <a:rPr lang="en-US" altLang="ja-JP" dirty="0"/>
              <a:t>)</a:t>
            </a:r>
          </a:p>
          <a:p>
            <a:r>
              <a:rPr lang="ja-JP" altLang="en-US" dirty="0"/>
              <a:t>防御側の手法の例示</a:t>
            </a:r>
            <a:r>
              <a:rPr lang="en-US" altLang="ja-JP" dirty="0"/>
              <a:t>(</a:t>
            </a:r>
            <a:r>
              <a:rPr lang="ja-JP" altLang="en-US" dirty="0"/>
              <a:t>トップなど</a:t>
            </a:r>
            <a:r>
              <a:rPr lang="en-US" altLang="ja-JP" dirty="0"/>
              <a:t>)</a:t>
            </a:r>
          </a:p>
          <a:p>
            <a:r>
              <a:rPr lang="ja-JP" altLang="en-US"/>
              <a:t>各チームの分析で利用した属性</a:t>
            </a:r>
            <a:r>
              <a:rPr lang="ja-JP" altLang="en-US" dirty="0"/>
              <a:t>の意味を説明する</a:t>
            </a:r>
            <a:endParaRPr lang="en-US" altLang="ja-JP" dirty="0"/>
          </a:p>
          <a:p>
            <a:pPr lvl="1"/>
            <a:r>
              <a:rPr lang="ja-JP" altLang="ja-JP" dirty="0"/>
              <a:t>Baseは「匿名化データを何のレコードを土台に作ったか」、Synthesisは「新しいレコードを生成したか」</a:t>
            </a:r>
            <a:endParaRPr lang="ja-JP" altLang="en-US" dirty="0"/>
          </a:p>
        </p:txBody>
      </p:sp>
      <p:sp>
        <p:nvSpPr>
          <p:cNvPr id="4" name="フッター プレースホルダー 3">
            <a:extLst>
              <a:ext uri="{FF2B5EF4-FFF2-40B4-BE49-F238E27FC236}">
                <a16:creationId xmlns:a16="http://schemas.microsoft.com/office/drawing/2014/main" id="{7F025519-CDD7-D2CE-28AF-09C5FC8BCCA8}"/>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61292A20-823D-53B7-F8B5-DACEC1DFD18F}"/>
              </a:ext>
            </a:extLst>
          </p:cNvPr>
          <p:cNvSpPr>
            <a:spLocks noGrp="1"/>
          </p:cNvSpPr>
          <p:nvPr>
            <p:ph type="sldNum" sz="quarter" idx="12"/>
          </p:nvPr>
        </p:nvSpPr>
        <p:spPr/>
        <p:txBody>
          <a:bodyPr/>
          <a:lstStyle/>
          <a:p>
            <a:fld id="{23177E0D-DEDB-4F71-BE70-957F7FD4B592}" type="slidenum">
              <a:rPr kumimoji="1" lang="ja-JP" altLang="en-US" smtClean="0"/>
              <a:t>14</a:t>
            </a:fld>
            <a:endParaRPr kumimoji="1" lang="ja-JP" altLang="en-US"/>
          </a:p>
        </p:txBody>
      </p:sp>
    </p:spTree>
    <p:extLst>
      <p:ext uri="{BB962C8B-B14F-4D97-AF65-F5344CB8AC3E}">
        <p14:creationId xmlns:p14="http://schemas.microsoft.com/office/powerpoint/2010/main" val="3527295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17CBB9-2E3F-4D77-94B2-8ED98C9CDF85}"/>
              </a:ext>
            </a:extLst>
          </p:cNvPr>
          <p:cNvSpPr>
            <a:spLocks noGrp="1"/>
          </p:cNvSpPr>
          <p:nvPr>
            <p:ph type="title"/>
          </p:nvPr>
        </p:nvSpPr>
        <p:spPr>
          <a:xfrm>
            <a:off x="320040" y="0"/>
            <a:ext cx="11231880" cy="1325563"/>
          </a:xfrm>
        </p:spPr>
        <p:txBody>
          <a:bodyPr>
            <a:normAutofit/>
          </a:bodyPr>
          <a:lstStyle/>
          <a:p>
            <a:r>
              <a:rPr lang="en-US" altLang="ja-JP" sz="3600" dirty="0">
                <a:latin typeface="Georgia" panose="02040502050405020303" pitchFamily="18" charset="0"/>
              </a:rPr>
              <a:t>H2: Did disclosure risk depend on the combination of defender and attacker strategies?</a:t>
            </a:r>
            <a:endParaRPr kumimoji="1" lang="ja-JP" altLang="en-US" sz="3600" dirty="0"/>
          </a:p>
        </p:txBody>
      </p:sp>
      <p:sp>
        <p:nvSpPr>
          <p:cNvPr id="4" name="フッター プレースホルダー 3">
            <a:extLst>
              <a:ext uri="{FF2B5EF4-FFF2-40B4-BE49-F238E27FC236}">
                <a16:creationId xmlns:a16="http://schemas.microsoft.com/office/drawing/2014/main" id="{CE7D8AF8-364B-F1C5-6962-649B62B3AD22}"/>
              </a:ext>
            </a:extLst>
          </p:cNvPr>
          <p:cNvSpPr>
            <a:spLocks noGrp="1"/>
          </p:cNvSpPr>
          <p:nvPr>
            <p:ph type="ftr" sz="quarter" idx="11"/>
          </p:nvPr>
        </p:nvSpPr>
        <p:spPr/>
        <p:txBody>
          <a:bodyPr/>
          <a:lstStyle/>
          <a:p>
            <a:r>
              <a:rPr kumimoji="1" lang="it-IT" altLang="ja-JP" dirty="0"/>
              <a:t>Hinata Kikuchi kikuchih@ism.ac.jp - PSD 2026, Cadiz</a:t>
            </a:r>
            <a:endParaRPr kumimoji="1" lang="ja-JP" altLang="en-US" dirty="0"/>
          </a:p>
        </p:txBody>
      </p:sp>
      <p:sp>
        <p:nvSpPr>
          <p:cNvPr id="5" name="スライド番号プレースホルダー 4">
            <a:extLst>
              <a:ext uri="{FF2B5EF4-FFF2-40B4-BE49-F238E27FC236}">
                <a16:creationId xmlns:a16="http://schemas.microsoft.com/office/drawing/2014/main" id="{F25EEBE6-AFBA-EC29-F303-A9CD37C69343}"/>
              </a:ext>
            </a:extLst>
          </p:cNvPr>
          <p:cNvSpPr>
            <a:spLocks noGrp="1"/>
          </p:cNvSpPr>
          <p:nvPr>
            <p:ph type="sldNum" sz="quarter" idx="12"/>
          </p:nvPr>
        </p:nvSpPr>
        <p:spPr/>
        <p:txBody>
          <a:bodyPr/>
          <a:lstStyle/>
          <a:p>
            <a:fld id="{23177E0D-DEDB-4F71-BE70-957F7FD4B592}" type="slidenum">
              <a:rPr kumimoji="1" lang="ja-JP" altLang="en-US" smtClean="0"/>
              <a:t>15</a:t>
            </a:fld>
            <a:endParaRPr kumimoji="1" lang="ja-JP" altLang="en-US"/>
          </a:p>
        </p:txBody>
      </p:sp>
      <p:pic>
        <p:nvPicPr>
          <p:cNvPr id="7" name="Image 0" descr="C:/Users/kikus/OneDrive/20260904_PSD/slide_figs/h2_1_color.png">
            <a:extLst>
              <a:ext uri="{FF2B5EF4-FFF2-40B4-BE49-F238E27FC236}">
                <a16:creationId xmlns:a16="http://schemas.microsoft.com/office/drawing/2014/main" id="{9D262DE6-DB23-B314-CC06-A22FF360ABBF}"/>
              </a:ext>
            </a:extLst>
          </p:cNvPr>
          <p:cNvPicPr>
            <a:picLocks noChangeAspect="1"/>
          </p:cNvPicPr>
          <p:nvPr/>
        </p:nvPicPr>
        <p:blipFill>
          <a:blip r:embed="rId3"/>
          <a:stretch>
            <a:fillRect/>
          </a:stretch>
        </p:blipFill>
        <p:spPr>
          <a:xfrm>
            <a:off x="4678680" y="1646238"/>
            <a:ext cx="6675120" cy="4023360"/>
          </a:xfrm>
          <a:prstGeom prst="rect">
            <a:avLst/>
          </a:prstGeom>
          <a:ln>
            <a:solidFill>
              <a:schemeClr val="tx1"/>
            </a:solidFill>
          </a:ln>
        </p:spPr>
      </p:pic>
      <p:sp>
        <p:nvSpPr>
          <p:cNvPr id="10" name="Text 2">
            <a:extLst>
              <a:ext uri="{FF2B5EF4-FFF2-40B4-BE49-F238E27FC236}">
                <a16:creationId xmlns:a16="http://schemas.microsoft.com/office/drawing/2014/main" id="{2AC8AB97-9128-6F00-36E3-7BEF7A92AF76}"/>
              </a:ext>
            </a:extLst>
          </p:cNvPr>
          <p:cNvSpPr/>
          <p:nvPr/>
        </p:nvSpPr>
        <p:spPr>
          <a:xfrm>
            <a:off x="6995160" y="1156248"/>
            <a:ext cx="4358640" cy="481266"/>
          </a:xfrm>
          <a:prstGeom prst="roundRect">
            <a:avLst>
              <a:gd name="adj" fmla="val 19048"/>
            </a:avLst>
          </a:prstGeom>
          <a:solidFill>
            <a:srgbClr val="F3F6F8"/>
          </a:solidFill>
          <a:ln w="10160">
            <a:solidFill>
              <a:srgbClr val="F3F6F8">
                <a:alpha val="0"/>
              </a:srgbClr>
            </a:solidFill>
          </a:ln>
        </p:spPr>
        <p:txBody>
          <a:bodyPr wrap="square" lIns="1016" tIns="1016" rIns="1016" bIns="1016" rtlCol="0" anchor="ctr">
            <a:normAutofit/>
          </a:bodyPr>
          <a:lstStyle/>
          <a:p>
            <a:pPr marL="0" indent="0" algn="ctr">
              <a:buNone/>
            </a:pPr>
            <a:r>
              <a:rPr lang="en-US" sz="2000" b="1" dirty="0">
                <a:solidFill>
                  <a:srgbClr val="14212B"/>
                </a:solidFill>
                <a:latin typeface="Aptos" pitchFamily="34" charset="0"/>
                <a:ea typeface="Aptos" pitchFamily="34" charset="-122"/>
                <a:cs typeface="Aptos" pitchFamily="34" charset="-120"/>
              </a:rPr>
              <a:t>IRR below 1 = fewer exposed records</a:t>
            </a:r>
            <a:endParaRPr lang="en-US" sz="2000" dirty="0"/>
          </a:p>
        </p:txBody>
      </p:sp>
      <p:sp>
        <p:nvSpPr>
          <p:cNvPr id="12" name="Text 3">
            <a:extLst>
              <a:ext uri="{FF2B5EF4-FFF2-40B4-BE49-F238E27FC236}">
                <a16:creationId xmlns:a16="http://schemas.microsoft.com/office/drawing/2014/main" id="{3A830F7D-A878-78CE-6B1B-8EEF93172B6F}"/>
              </a:ext>
            </a:extLst>
          </p:cNvPr>
          <p:cNvSpPr/>
          <p:nvPr/>
        </p:nvSpPr>
        <p:spPr>
          <a:xfrm>
            <a:off x="518160" y="1646238"/>
            <a:ext cx="3634740" cy="1096962"/>
          </a:xfrm>
          <a:prstGeom prst="roundRect">
            <a:avLst>
              <a:gd name="adj" fmla="val 7767"/>
            </a:avLst>
          </a:prstGeom>
          <a:solidFill>
            <a:srgbClr val="F0F5FA"/>
          </a:solidFill>
          <a:ln w="10160">
            <a:solidFill>
              <a:srgbClr val="F0F5FA">
                <a:alpha val="0"/>
              </a:srgbClr>
            </a:solidFill>
          </a:ln>
        </p:spPr>
        <p:txBody>
          <a:bodyPr wrap="square" lIns="1016" tIns="1016" rIns="1016" bIns="1016" rtlCol="0" anchor="ctr">
            <a:normAutofit lnSpcReduction="10000"/>
          </a:bodyPr>
          <a:lstStyle/>
          <a:p>
            <a:pPr marL="0" indent="0" algn="ctr">
              <a:buNone/>
            </a:pPr>
            <a:r>
              <a:rPr lang="en-US" sz="2400" b="1" dirty="0">
                <a:latin typeface="Aptos" pitchFamily="34" charset="0"/>
                <a:ea typeface="Aptos" pitchFamily="34" charset="-122"/>
                <a:cs typeface="Aptos" pitchFamily="34" charset="-120"/>
              </a:rPr>
              <a:t>Victim-side choices</a:t>
            </a:r>
            <a:endParaRPr lang="en-US" sz="2400" dirty="0"/>
          </a:p>
          <a:p>
            <a:pPr marL="0" indent="0" algn="ctr">
              <a:buNone/>
            </a:pPr>
            <a:r>
              <a:rPr lang="en-US" sz="2400" b="1" dirty="0">
                <a:solidFill>
                  <a:srgbClr val="0070C0"/>
                </a:solidFill>
                <a:latin typeface="Aptos" pitchFamily="34" charset="0"/>
                <a:ea typeface="Aptos" pitchFamily="34" charset="-122"/>
                <a:cs typeface="Aptos" pitchFamily="34" charset="-120"/>
              </a:rPr>
              <a:t>IRR 0.63–0.73</a:t>
            </a:r>
            <a:endParaRPr lang="en-US" sz="2400" dirty="0">
              <a:solidFill>
                <a:srgbClr val="0070C0"/>
              </a:solidFill>
            </a:endParaRPr>
          </a:p>
          <a:p>
            <a:pPr marL="0" indent="0" algn="ctr">
              <a:buNone/>
            </a:pPr>
            <a:r>
              <a:rPr lang="en-US" sz="2400" b="1" dirty="0">
                <a:solidFill>
                  <a:srgbClr val="0070C0"/>
                </a:solidFill>
                <a:latin typeface="Aptos" pitchFamily="34" charset="0"/>
                <a:ea typeface="Aptos" pitchFamily="34" charset="-122"/>
                <a:cs typeface="Aptos" pitchFamily="34" charset="-120"/>
              </a:rPr>
              <a:t>≈ 27–37% lower exposure</a:t>
            </a:r>
            <a:endParaRPr lang="en-US" sz="2400" dirty="0">
              <a:solidFill>
                <a:srgbClr val="0070C0"/>
              </a:solidFill>
            </a:endParaRPr>
          </a:p>
        </p:txBody>
      </p:sp>
      <p:sp>
        <p:nvSpPr>
          <p:cNvPr id="14" name="Text 4">
            <a:extLst>
              <a:ext uri="{FF2B5EF4-FFF2-40B4-BE49-F238E27FC236}">
                <a16:creationId xmlns:a16="http://schemas.microsoft.com/office/drawing/2014/main" id="{CC07EB26-4FD6-F82E-BBBA-B0A97EBECE34}"/>
              </a:ext>
            </a:extLst>
          </p:cNvPr>
          <p:cNvSpPr/>
          <p:nvPr/>
        </p:nvSpPr>
        <p:spPr>
          <a:xfrm>
            <a:off x="518160" y="2894320"/>
            <a:ext cx="3634740" cy="1536843"/>
          </a:xfrm>
          <a:prstGeom prst="roundRect">
            <a:avLst>
              <a:gd name="adj" fmla="val 8000"/>
            </a:avLst>
          </a:prstGeom>
          <a:solidFill>
            <a:srgbClr val="F8E7EA"/>
          </a:solidFill>
          <a:ln w="10160">
            <a:solidFill>
              <a:srgbClr val="F8E7EA">
                <a:alpha val="0"/>
              </a:srgbClr>
            </a:solidFill>
          </a:ln>
        </p:spPr>
        <p:txBody>
          <a:bodyPr wrap="square" lIns="1016" tIns="1016" rIns="1016" bIns="1016" rtlCol="0" anchor="ctr">
            <a:normAutofit fontScale="92500" lnSpcReduction="20000"/>
          </a:bodyPr>
          <a:lstStyle/>
          <a:p>
            <a:pPr marL="0" indent="0" algn="ctr">
              <a:buNone/>
            </a:pPr>
            <a:r>
              <a:rPr lang="en-US" sz="2400" b="1" dirty="0">
                <a:latin typeface="Aptos" pitchFamily="34" charset="0"/>
                <a:ea typeface="Aptos" pitchFamily="34" charset="-122"/>
                <a:cs typeface="Aptos" pitchFamily="34" charset="-120"/>
              </a:rPr>
              <a:t>Using the released model</a:t>
            </a:r>
            <a:endParaRPr lang="en-US" sz="2400" dirty="0"/>
          </a:p>
          <a:p>
            <a:pPr marL="0" indent="0" algn="ctr">
              <a:buNone/>
            </a:pPr>
            <a:r>
              <a:rPr lang="en-US" sz="2400" b="1" dirty="0">
                <a:solidFill>
                  <a:srgbClr val="FF0000"/>
                </a:solidFill>
                <a:latin typeface="Aptos" pitchFamily="34" charset="0"/>
                <a:ea typeface="Aptos" pitchFamily="34" charset="-122"/>
                <a:cs typeface="Aptos" pitchFamily="34" charset="-120"/>
              </a:rPr>
              <a:t>worsened attacker’s performance </a:t>
            </a:r>
            <a:r>
              <a:rPr lang="en-US" sz="2400" b="1" dirty="0">
                <a:latin typeface="Aptos" pitchFamily="34" charset="0"/>
                <a:ea typeface="Aptos" pitchFamily="34" charset="-122"/>
                <a:cs typeface="Aptos" pitchFamily="34" charset="-120"/>
              </a:rPr>
              <a:t>but </a:t>
            </a:r>
            <a:r>
              <a:rPr lang="en-US" sz="2400" b="1" dirty="0">
                <a:solidFill>
                  <a:srgbClr val="FF0000"/>
                </a:solidFill>
                <a:latin typeface="Aptos" pitchFamily="34" charset="0"/>
                <a:ea typeface="Aptos" pitchFamily="34" charset="-122"/>
                <a:cs typeface="Aptos" pitchFamily="34" charset="-120"/>
              </a:rPr>
              <a:t>changed little once the victim used these designs</a:t>
            </a:r>
            <a:endParaRPr lang="en-US" sz="2400" dirty="0">
              <a:solidFill>
                <a:srgbClr val="FF0000"/>
              </a:solidFill>
            </a:endParaRPr>
          </a:p>
        </p:txBody>
      </p:sp>
      <p:sp>
        <p:nvSpPr>
          <p:cNvPr id="18" name="テキスト ボックス 17">
            <a:extLst>
              <a:ext uri="{FF2B5EF4-FFF2-40B4-BE49-F238E27FC236}">
                <a16:creationId xmlns:a16="http://schemas.microsoft.com/office/drawing/2014/main" id="{442AD0C2-4FD4-3FA4-977E-BE83C85F3FF7}"/>
              </a:ext>
            </a:extLst>
          </p:cNvPr>
          <p:cNvSpPr txBox="1"/>
          <p:nvPr/>
        </p:nvSpPr>
        <p:spPr>
          <a:xfrm>
            <a:off x="1187767" y="5768100"/>
            <a:ext cx="9816465" cy="461665"/>
          </a:xfrm>
          <a:prstGeom prst="rect">
            <a:avLst/>
          </a:prstGeom>
          <a:noFill/>
          <a:ln>
            <a:solidFill>
              <a:schemeClr val="tx1"/>
            </a:solidFill>
          </a:ln>
        </p:spPr>
        <p:txBody>
          <a:bodyPr wrap="square">
            <a:spAutoFit/>
          </a:bodyPr>
          <a:lstStyle/>
          <a:p>
            <a:r>
              <a:rPr lang="en-US" altLang="ja-JP" sz="2400" b="1" dirty="0">
                <a:latin typeface="Georgia" panose="02040502050405020303" pitchFamily="18" charset="0"/>
                <a:ea typeface="Aptos" pitchFamily="34" charset="-122"/>
                <a:cs typeface="Aptos" pitchFamily="34" charset="-120"/>
              </a:rPr>
              <a:t>Partly yes. – disclosure risk partly relied on it in this contest.</a:t>
            </a:r>
            <a:endParaRPr lang="ja-JP" altLang="en-US" sz="2000" dirty="0">
              <a:latin typeface="Georgia" panose="02040502050405020303" pitchFamily="18" charset="0"/>
            </a:endParaRPr>
          </a:p>
        </p:txBody>
      </p:sp>
    </p:spTree>
    <p:extLst>
      <p:ext uri="{BB962C8B-B14F-4D97-AF65-F5344CB8AC3E}">
        <p14:creationId xmlns:p14="http://schemas.microsoft.com/office/powerpoint/2010/main" val="4235114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80237B-319D-1AEB-DFDD-116EF949125C}"/>
              </a:ext>
            </a:extLst>
          </p:cNvPr>
          <p:cNvSpPr>
            <a:spLocks noGrp="1"/>
          </p:cNvSpPr>
          <p:nvPr>
            <p:ph type="title"/>
          </p:nvPr>
        </p:nvSpPr>
        <p:spPr/>
        <p:txBody>
          <a:bodyPr/>
          <a:lstStyle/>
          <a:p>
            <a:r>
              <a:rPr kumimoji="1" lang="ja-JP" altLang="en-US" dirty="0"/>
              <a:t>仮説</a:t>
            </a:r>
            <a:r>
              <a:rPr kumimoji="1" lang="en-US" altLang="ja-JP" dirty="0"/>
              <a:t>1</a:t>
            </a:r>
            <a:r>
              <a:rPr kumimoji="1" lang="ja-JP" altLang="en-US" dirty="0"/>
              <a:t>の図と得られた示唆</a:t>
            </a:r>
          </a:p>
        </p:txBody>
      </p:sp>
      <p:sp>
        <p:nvSpPr>
          <p:cNvPr id="3" name="コンテンツ プレースホルダー 2">
            <a:extLst>
              <a:ext uri="{FF2B5EF4-FFF2-40B4-BE49-F238E27FC236}">
                <a16:creationId xmlns:a16="http://schemas.microsoft.com/office/drawing/2014/main" id="{F0FB209F-5402-C6A5-1E9E-AA6E261B67F8}"/>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01E91AA2-F48D-3879-660C-A1B20B3509F2}"/>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8A5A1916-31BD-5B46-774E-91B457375764}"/>
              </a:ext>
            </a:extLst>
          </p:cNvPr>
          <p:cNvSpPr>
            <a:spLocks noGrp="1"/>
          </p:cNvSpPr>
          <p:nvPr>
            <p:ph type="sldNum" sz="quarter" idx="12"/>
          </p:nvPr>
        </p:nvSpPr>
        <p:spPr/>
        <p:txBody>
          <a:bodyPr/>
          <a:lstStyle/>
          <a:p>
            <a:fld id="{23177E0D-DEDB-4F71-BE70-957F7FD4B592}" type="slidenum">
              <a:rPr kumimoji="1" lang="ja-JP" altLang="en-US" smtClean="0"/>
              <a:t>16</a:t>
            </a:fld>
            <a:endParaRPr kumimoji="1" lang="ja-JP" altLang="en-US"/>
          </a:p>
        </p:txBody>
      </p:sp>
    </p:spTree>
    <p:extLst>
      <p:ext uri="{BB962C8B-B14F-4D97-AF65-F5344CB8AC3E}">
        <p14:creationId xmlns:p14="http://schemas.microsoft.com/office/powerpoint/2010/main" val="3677076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911042-D0E8-3668-80D1-C4C9A71EF359}"/>
              </a:ext>
            </a:extLst>
          </p:cNvPr>
          <p:cNvSpPr>
            <a:spLocks noGrp="1"/>
          </p:cNvSpPr>
          <p:nvPr>
            <p:ph type="title"/>
          </p:nvPr>
        </p:nvSpPr>
        <p:spPr>
          <a:xfrm>
            <a:off x="784860" y="0"/>
            <a:ext cx="10515600" cy="1325563"/>
          </a:xfrm>
        </p:spPr>
        <p:txBody>
          <a:bodyPr>
            <a:normAutofit/>
          </a:bodyPr>
          <a:lstStyle/>
          <a:p>
            <a:r>
              <a:rPr lang="en-US" altLang="ja-JP" sz="3600" b="1" dirty="0">
                <a:solidFill>
                  <a:srgbClr val="14212B"/>
                </a:solidFill>
                <a:latin typeface="Georgia" pitchFamily="34" charset="0"/>
                <a:ea typeface="Georgia" pitchFamily="34" charset="-122"/>
                <a:cs typeface="Georgia" pitchFamily="34" charset="-120"/>
              </a:rPr>
              <a:t>Exploratory patterns, not universal laws</a:t>
            </a:r>
            <a:endParaRPr lang="en-US" altLang="ja-JP" sz="3600" dirty="0"/>
          </a:p>
        </p:txBody>
      </p:sp>
      <p:sp>
        <p:nvSpPr>
          <p:cNvPr id="4" name="フッター プレースホルダー 3">
            <a:extLst>
              <a:ext uri="{FF2B5EF4-FFF2-40B4-BE49-F238E27FC236}">
                <a16:creationId xmlns:a16="http://schemas.microsoft.com/office/drawing/2014/main" id="{B8F161EB-F53D-50E3-6EA9-F32B8038590B}"/>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100BA993-F9D5-86E8-BFDA-360DDC53D04D}"/>
              </a:ext>
            </a:extLst>
          </p:cNvPr>
          <p:cNvSpPr>
            <a:spLocks noGrp="1"/>
          </p:cNvSpPr>
          <p:nvPr>
            <p:ph type="sldNum" sz="quarter" idx="12"/>
          </p:nvPr>
        </p:nvSpPr>
        <p:spPr/>
        <p:txBody>
          <a:bodyPr/>
          <a:lstStyle/>
          <a:p>
            <a:fld id="{23177E0D-DEDB-4F71-BE70-957F7FD4B592}" type="slidenum">
              <a:rPr kumimoji="1" lang="ja-JP" altLang="en-US" smtClean="0"/>
              <a:t>17</a:t>
            </a:fld>
            <a:endParaRPr kumimoji="1" lang="ja-JP" altLang="en-US"/>
          </a:p>
        </p:txBody>
      </p:sp>
      <p:sp>
        <p:nvSpPr>
          <p:cNvPr id="9" name="Text 2">
            <a:extLst>
              <a:ext uri="{FF2B5EF4-FFF2-40B4-BE49-F238E27FC236}">
                <a16:creationId xmlns:a16="http://schemas.microsoft.com/office/drawing/2014/main" id="{6CDFD12C-F12F-5D58-86F2-0A9540D109A3}"/>
              </a:ext>
            </a:extLst>
          </p:cNvPr>
          <p:cNvSpPr/>
          <p:nvPr/>
        </p:nvSpPr>
        <p:spPr>
          <a:xfrm>
            <a:off x="822960" y="1325880"/>
            <a:ext cx="5074920" cy="438912"/>
          </a:xfrm>
          <a:prstGeom prst="roundRect">
            <a:avLst>
              <a:gd name="adj" fmla="val 16667"/>
            </a:avLst>
          </a:prstGeom>
          <a:solidFill>
            <a:srgbClr val="F8E7EA"/>
          </a:solidFill>
          <a:ln w="10160">
            <a:solidFill>
              <a:srgbClr val="F8E7EA">
                <a:alpha val="0"/>
              </a:srgbClr>
            </a:solidFill>
          </a:ln>
        </p:spPr>
        <p:txBody>
          <a:bodyPr wrap="square" lIns="1016" tIns="1016" rIns="1016" bIns="1016" rtlCol="0" anchor="ctr">
            <a:normAutofit lnSpcReduction="10000"/>
          </a:bodyPr>
          <a:lstStyle/>
          <a:p>
            <a:pPr marL="0" indent="0" algn="ctr">
              <a:buNone/>
            </a:pPr>
            <a:r>
              <a:rPr lang="en-US" sz="2800" b="1" dirty="0">
                <a:solidFill>
                  <a:srgbClr val="A11833"/>
                </a:solidFill>
                <a:latin typeface="Aptos" pitchFamily="34" charset="0"/>
                <a:ea typeface="Aptos" pitchFamily="34" charset="-122"/>
                <a:cs typeface="Aptos" pitchFamily="34" charset="-120"/>
              </a:rPr>
              <a:t>What this cannot support</a:t>
            </a:r>
            <a:endParaRPr lang="en-US" sz="2800" dirty="0"/>
          </a:p>
        </p:txBody>
      </p:sp>
      <p:sp>
        <p:nvSpPr>
          <p:cNvPr id="11" name="Text 3">
            <a:extLst>
              <a:ext uri="{FF2B5EF4-FFF2-40B4-BE49-F238E27FC236}">
                <a16:creationId xmlns:a16="http://schemas.microsoft.com/office/drawing/2014/main" id="{46647F43-2A1E-4011-A487-8FE20B000768}"/>
              </a:ext>
            </a:extLst>
          </p:cNvPr>
          <p:cNvSpPr/>
          <p:nvPr/>
        </p:nvSpPr>
        <p:spPr>
          <a:xfrm>
            <a:off x="1051560" y="1965960"/>
            <a:ext cx="4617720" cy="932687"/>
          </a:xfrm>
          <a:prstGeom prst="roundRect">
            <a:avLst>
              <a:gd name="adj" fmla="val 10526"/>
            </a:avLst>
          </a:prstGeom>
          <a:solidFill>
            <a:srgbClr val="FFFFFF"/>
          </a:solidFill>
          <a:ln w="10160">
            <a:solidFill>
              <a:srgbClr val="A11833"/>
            </a:solidFill>
          </a:ln>
        </p:spPr>
        <p:txBody>
          <a:bodyPr wrap="square" lIns="2032" tIns="2032" rIns="2032" bIns="2032" rtlCol="0" anchor="ctr">
            <a:normAutofit/>
          </a:bodyPr>
          <a:lstStyle/>
          <a:p>
            <a:pPr marL="0" indent="0" algn="l">
              <a:buNone/>
            </a:pPr>
            <a:r>
              <a:rPr lang="en-US" sz="2400" dirty="0">
                <a:solidFill>
                  <a:srgbClr val="14212B"/>
                </a:solidFill>
                <a:latin typeface="Aptos" pitchFamily="34" charset="0"/>
                <a:ea typeface="Aptos" pitchFamily="34" charset="-122"/>
                <a:cs typeface="Aptos" pitchFamily="34" charset="-120"/>
              </a:rPr>
              <a:t>20 teams, observed not assigned</a:t>
            </a:r>
            <a:endParaRPr lang="en-US" sz="2400" dirty="0"/>
          </a:p>
          <a:p>
            <a:pPr marL="0" indent="0" algn="l">
              <a:buNone/>
            </a:pPr>
            <a:r>
              <a:rPr lang="en-US" sz="2400" dirty="0">
                <a:solidFill>
                  <a:srgbClr val="14212B"/>
                </a:solidFill>
                <a:latin typeface="Aptos" pitchFamily="34" charset="0"/>
                <a:ea typeface="Aptos" pitchFamily="34" charset="-122"/>
                <a:cs typeface="Aptos" pitchFamily="34" charset="-120"/>
              </a:rPr>
              <a:t>→ associations, not causal effects</a:t>
            </a:r>
            <a:endParaRPr lang="en-US" sz="2400" dirty="0"/>
          </a:p>
        </p:txBody>
      </p:sp>
      <p:sp>
        <p:nvSpPr>
          <p:cNvPr id="13" name="Text 4">
            <a:extLst>
              <a:ext uri="{FF2B5EF4-FFF2-40B4-BE49-F238E27FC236}">
                <a16:creationId xmlns:a16="http://schemas.microsoft.com/office/drawing/2014/main" id="{203C8D96-8B85-3287-C5BC-45618875328A}"/>
              </a:ext>
            </a:extLst>
          </p:cNvPr>
          <p:cNvSpPr/>
          <p:nvPr/>
        </p:nvSpPr>
        <p:spPr>
          <a:xfrm>
            <a:off x="1051560" y="3183252"/>
            <a:ext cx="4617720" cy="932687"/>
          </a:xfrm>
          <a:prstGeom prst="roundRect">
            <a:avLst>
              <a:gd name="adj" fmla="val 10526"/>
            </a:avLst>
          </a:prstGeom>
          <a:solidFill>
            <a:srgbClr val="FFFFFF"/>
          </a:solidFill>
          <a:ln w="10160">
            <a:solidFill>
              <a:srgbClr val="A11833"/>
            </a:solidFill>
          </a:ln>
        </p:spPr>
        <p:txBody>
          <a:bodyPr wrap="square" lIns="2032" tIns="2032" rIns="2032" bIns="2032" rtlCol="0" anchor="ctr">
            <a:noAutofit/>
          </a:bodyPr>
          <a:lstStyle/>
          <a:p>
            <a:pPr marL="0" indent="0" algn="l">
              <a:buNone/>
            </a:pPr>
            <a:r>
              <a:rPr lang="en-US" sz="2400" dirty="0">
                <a:solidFill>
                  <a:srgbClr val="14212B"/>
                </a:solidFill>
                <a:latin typeface="Aptos" pitchFamily="34" charset="0"/>
                <a:ea typeface="Aptos" pitchFamily="34" charset="-122"/>
                <a:cs typeface="Aptos" pitchFamily="34" charset="-120"/>
              </a:rPr>
              <a:t>Coded from presentations</a:t>
            </a:r>
            <a:endParaRPr lang="en-US" sz="2400" dirty="0"/>
          </a:p>
          <a:p>
            <a:pPr marL="0" indent="0" algn="l">
              <a:buNone/>
            </a:pPr>
            <a:r>
              <a:rPr lang="en-US" sz="2400" dirty="0">
                <a:solidFill>
                  <a:srgbClr val="14212B"/>
                </a:solidFill>
                <a:latin typeface="Aptos" pitchFamily="34" charset="0"/>
                <a:ea typeface="Aptos" pitchFamily="34" charset="-122"/>
                <a:cs typeface="Aptos" pitchFamily="34" charset="-120"/>
              </a:rPr>
              <a:t>→ method family, not parameters</a:t>
            </a:r>
            <a:endParaRPr lang="en-US" sz="2400" dirty="0"/>
          </a:p>
        </p:txBody>
      </p:sp>
      <p:sp>
        <p:nvSpPr>
          <p:cNvPr id="15" name="Text 5">
            <a:extLst>
              <a:ext uri="{FF2B5EF4-FFF2-40B4-BE49-F238E27FC236}">
                <a16:creationId xmlns:a16="http://schemas.microsoft.com/office/drawing/2014/main" id="{A39C7F92-4AD4-8B68-5785-E59DD0D3699F}"/>
              </a:ext>
            </a:extLst>
          </p:cNvPr>
          <p:cNvSpPr/>
          <p:nvPr/>
        </p:nvSpPr>
        <p:spPr>
          <a:xfrm>
            <a:off x="1051560" y="4326382"/>
            <a:ext cx="4617720" cy="1122425"/>
          </a:xfrm>
          <a:prstGeom prst="roundRect">
            <a:avLst>
              <a:gd name="adj" fmla="val 10526"/>
            </a:avLst>
          </a:prstGeom>
          <a:solidFill>
            <a:srgbClr val="FFFFFF"/>
          </a:solidFill>
          <a:ln w="10160">
            <a:solidFill>
              <a:srgbClr val="A11833"/>
            </a:solidFill>
          </a:ln>
        </p:spPr>
        <p:txBody>
          <a:bodyPr wrap="square" lIns="2032" tIns="2032" rIns="2032" bIns="2032" rtlCol="0" anchor="ctr">
            <a:noAutofit/>
          </a:bodyPr>
          <a:lstStyle/>
          <a:p>
            <a:pPr marL="0" indent="0" algn="l">
              <a:buNone/>
            </a:pPr>
            <a:r>
              <a:rPr lang="en-US" sz="2400" dirty="0">
                <a:solidFill>
                  <a:srgbClr val="14212B"/>
                </a:solidFill>
                <a:latin typeface="Aptos" pitchFamily="34" charset="0"/>
                <a:ea typeface="Aptos" pitchFamily="34" charset="-122"/>
                <a:cs typeface="Aptos" pitchFamily="34" charset="-120"/>
              </a:rPr>
              <a:t>One contest, one synthetic population, one scoring rule</a:t>
            </a:r>
          </a:p>
          <a:p>
            <a:pPr marL="0" indent="0" algn="l">
              <a:buNone/>
            </a:pPr>
            <a:r>
              <a:rPr lang="ja-JP" altLang="en-US" sz="2400" dirty="0">
                <a:solidFill>
                  <a:srgbClr val="14212B"/>
                </a:solidFill>
                <a:latin typeface="Aptos" pitchFamily="34" charset="0"/>
              </a:rPr>
              <a:t>→ </a:t>
            </a:r>
            <a:r>
              <a:rPr lang="en-US" altLang="ja-JP" sz="2400" dirty="0">
                <a:solidFill>
                  <a:srgbClr val="14212B"/>
                </a:solidFill>
                <a:latin typeface="Aptos" pitchFamily="34" charset="0"/>
              </a:rPr>
              <a:t>not universal</a:t>
            </a:r>
            <a:endParaRPr lang="en-US" sz="2400" dirty="0"/>
          </a:p>
        </p:txBody>
      </p:sp>
      <p:sp>
        <p:nvSpPr>
          <p:cNvPr id="17" name="Text 6">
            <a:extLst>
              <a:ext uri="{FF2B5EF4-FFF2-40B4-BE49-F238E27FC236}">
                <a16:creationId xmlns:a16="http://schemas.microsoft.com/office/drawing/2014/main" id="{4CBD188B-0C4C-FFF6-BECF-845580A396C6}"/>
              </a:ext>
            </a:extLst>
          </p:cNvPr>
          <p:cNvSpPr/>
          <p:nvPr/>
        </p:nvSpPr>
        <p:spPr>
          <a:xfrm>
            <a:off x="6355080" y="1325880"/>
            <a:ext cx="5074920" cy="438912"/>
          </a:xfrm>
          <a:prstGeom prst="roundRect">
            <a:avLst>
              <a:gd name="adj" fmla="val 16667"/>
            </a:avLst>
          </a:prstGeom>
          <a:solidFill>
            <a:srgbClr val="F0F5FA"/>
          </a:solidFill>
          <a:ln w="10160">
            <a:solidFill>
              <a:srgbClr val="F0F5FA">
                <a:alpha val="0"/>
              </a:srgbClr>
            </a:solidFill>
          </a:ln>
        </p:spPr>
        <p:txBody>
          <a:bodyPr wrap="square" lIns="1016" tIns="1016" rIns="1016" bIns="1016" rtlCol="0" anchor="ctr">
            <a:normAutofit lnSpcReduction="10000"/>
          </a:bodyPr>
          <a:lstStyle/>
          <a:p>
            <a:pPr marL="0" indent="0" algn="ctr">
              <a:buNone/>
            </a:pPr>
            <a:r>
              <a:rPr lang="en-US" sz="2800" b="1" dirty="0">
                <a:solidFill>
                  <a:srgbClr val="1F73B7"/>
                </a:solidFill>
                <a:latin typeface="Aptos" pitchFamily="34" charset="0"/>
                <a:ea typeface="Aptos" pitchFamily="34" charset="-122"/>
                <a:cs typeface="Aptos" pitchFamily="34" charset="-120"/>
              </a:rPr>
              <a:t>What it still gives us</a:t>
            </a:r>
            <a:endParaRPr lang="en-US" sz="2800" dirty="0"/>
          </a:p>
        </p:txBody>
      </p:sp>
      <p:sp>
        <p:nvSpPr>
          <p:cNvPr id="19" name="Text 7">
            <a:extLst>
              <a:ext uri="{FF2B5EF4-FFF2-40B4-BE49-F238E27FC236}">
                <a16:creationId xmlns:a16="http://schemas.microsoft.com/office/drawing/2014/main" id="{395ACFA1-9D1B-E022-40A7-AB3CB3542F75}"/>
              </a:ext>
            </a:extLst>
          </p:cNvPr>
          <p:cNvSpPr/>
          <p:nvPr/>
        </p:nvSpPr>
        <p:spPr>
          <a:xfrm>
            <a:off x="6583680" y="1983738"/>
            <a:ext cx="4617720" cy="914909"/>
          </a:xfrm>
          <a:prstGeom prst="roundRect">
            <a:avLst>
              <a:gd name="adj" fmla="val 10526"/>
            </a:avLst>
          </a:prstGeom>
          <a:solidFill>
            <a:srgbClr val="FFFFFF"/>
          </a:solidFill>
          <a:ln w="10160">
            <a:solidFill>
              <a:srgbClr val="1F73B7"/>
            </a:solidFill>
          </a:ln>
        </p:spPr>
        <p:txBody>
          <a:bodyPr wrap="square" lIns="2032" tIns="2032" rIns="2032" bIns="2032" rtlCol="0" anchor="ctr">
            <a:noAutofit/>
          </a:bodyPr>
          <a:lstStyle/>
          <a:p>
            <a:pPr marL="0" indent="0" algn="l">
              <a:buNone/>
            </a:pPr>
            <a:r>
              <a:rPr lang="en-US" sz="2400" dirty="0">
                <a:solidFill>
                  <a:srgbClr val="14212B"/>
                </a:solidFill>
                <a:latin typeface="Aptos" pitchFamily="34" charset="0"/>
                <a:ea typeface="Aptos" pitchFamily="34" charset="-122"/>
                <a:cs typeface="Aptos" pitchFamily="34" charset="-120"/>
              </a:rPr>
              <a:t>Within PWS Cup 2025, these are the patterns the data show</a:t>
            </a:r>
            <a:endParaRPr lang="en-US" sz="2400" dirty="0"/>
          </a:p>
        </p:txBody>
      </p:sp>
      <p:sp>
        <p:nvSpPr>
          <p:cNvPr id="21" name="Text 8">
            <a:extLst>
              <a:ext uri="{FF2B5EF4-FFF2-40B4-BE49-F238E27FC236}">
                <a16:creationId xmlns:a16="http://schemas.microsoft.com/office/drawing/2014/main" id="{EA222BF0-EBFD-90E7-E246-DA0CFBB564A5}"/>
              </a:ext>
            </a:extLst>
          </p:cNvPr>
          <p:cNvSpPr/>
          <p:nvPr/>
        </p:nvSpPr>
        <p:spPr>
          <a:xfrm>
            <a:off x="6583680" y="3088384"/>
            <a:ext cx="4617720" cy="1122425"/>
          </a:xfrm>
          <a:prstGeom prst="roundRect">
            <a:avLst>
              <a:gd name="adj" fmla="val 10526"/>
            </a:avLst>
          </a:prstGeom>
          <a:solidFill>
            <a:srgbClr val="FFFFFF"/>
          </a:solidFill>
          <a:ln w="10160">
            <a:solidFill>
              <a:srgbClr val="1F73B7"/>
            </a:solidFill>
          </a:ln>
        </p:spPr>
        <p:txBody>
          <a:bodyPr wrap="square" lIns="2032" tIns="2032" rIns="2032" bIns="2032" rtlCol="0" anchor="ctr">
            <a:noAutofit/>
          </a:bodyPr>
          <a:lstStyle/>
          <a:p>
            <a:pPr marL="0" indent="0" algn="l">
              <a:buNone/>
            </a:pPr>
            <a:r>
              <a:rPr lang="en-US" sz="2400" dirty="0">
                <a:solidFill>
                  <a:srgbClr val="14212B"/>
                </a:solidFill>
                <a:latin typeface="Aptos" pitchFamily="34" charset="0"/>
                <a:ea typeface="Aptos" pitchFamily="34" charset="-122"/>
                <a:cs typeface="Aptos" pitchFamily="34" charset="-120"/>
              </a:rPr>
              <a:t>Type-level descriptions were enough to produce specific, quantified hypotheses</a:t>
            </a:r>
            <a:endParaRPr lang="en-US" sz="2400" dirty="0"/>
          </a:p>
        </p:txBody>
      </p:sp>
      <p:sp>
        <p:nvSpPr>
          <p:cNvPr id="23" name="Text 9">
            <a:extLst>
              <a:ext uri="{FF2B5EF4-FFF2-40B4-BE49-F238E27FC236}">
                <a16:creationId xmlns:a16="http://schemas.microsoft.com/office/drawing/2014/main" id="{07E9B7C8-8D1F-03A0-9C4A-09F86420C233}"/>
              </a:ext>
            </a:extLst>
          </p:cNvPr>
          <p:cNvSpPr/>
          <p:nvPr/>
        </p:nvSpPr>
        <p:spPr>
          <a:xfrm>
            <a:off x="6583680" y="4326383"/>
            <a:ext cx="4617720" cy="1122425"/>
          </a:xfrm>
          <a:prstGeom prst="roundRect">
            <a:avLst>
              <a:gd name="adj" fmla="val 10526"/>
            </a:avLst>
          </a:prstGeom>
          <a:solidFill>
            <a:srgbClr val="FFFFFF"/>
          </a:solidFill>
          <a:ln w="10160">
            <a:solidFill>
              <a:srgbClr val="1F73B7"/>
            </a:solidFill>
          </a:ln>
        </p:spPr>
        <p:txBody>
          <a:bodyPr wrap="square" lIns="2032" tIns="2032" rIns="2032" bIns="2032" rtlCol="0" anchor="ctr">
            <a:noAutofit/>
          </a:bodyPr>
          <a:lstStyle/>
          <a:p>
            <a:pPr marL="0" indent="0" algn="l">
              <a:buNone/>
            </a:pPr>
            <a:r>
              <a:rPr lang="en-US" sz="2400" dirty="0">
                <a:solidFill>
                  <a:srgbClr val="14212B"/>
                </a:solidFill>
                <a:latin typeface="Aptos" pitchFamily="34" charset="0"/>
                <a:ea typeface="Aptos" pitchFamily="34" charset="-122"/>
                <a:cs typeface="Aptos" pitchFamily="34" charset="-120"/>
              </a:rPr>
              <a:t>The same coding idea can apply wherever approaches are reported at this level of detail</a:t>
            </a:r>
            <a:endParaRPr lang="en-US" sz="2400" dirty="0"/>
          </a:p>
        </p:txBody>
      </p:sp>
      <p:sp>
        <p:nvSpPr>
          <p:cNvPr id="25" name="Text 10">
            <a:extLst>
              <a:ext uri="{FF2B5EF4-FFF2-40B4-BE49-F238E27FC236}">
                <a16:creationId xmlns:a16="http://schemas.microsoft.com/office/drawing/2014/main" id="{02087282-F4AF-A486-66AE-451D21853C15}"/>
              </a:ext>
            </a:extLst>
          </p:cNvPr>
          <p:cNvSpPr/>
          <p:nvPr/>
        </p:nvSpPr>
        <p:spPr>
          <a:xfrm>
            <a:off x="1089660" y="5564381"/>
            <a:ext cx="10012680" cy="566928"/>
          </a:xfrm>
          <a:prstGeom prst="rect">
            <a:avLst/>
          </a:prstGeom>
          <a:noFill/>
          <a:ln/>
        </p:spPr>
        <p:txBody>
          <a:bodyPr wrap="square" lIns="0" tIns="0" rIns="0" bIns="0" rtlCol="0" anchor="ctr">
            <a:normAutofit/>
          </a:bodyPr>
          <a:lstStyle/>
          <a:p>
            <a:pPr marL="0" indent="0" algn="ctr">
              <a:buNone/>
            </a:pPr>
            <a:r>
              <a:rPr lang="en-US" sz="2100" b="1" dirty="0">
                <a:solidFill>
                  <a:srgbClr val="14212B"/>
                </a:solidFill>
                <a:latin typeface="Georgia" pitchFamily="34" charset="0"/>
                <a:ea typeface="Georgia" pitchFamily="34" charset="-122"/>
                <a:cs typeface="Georgia" pitchFamily="34" charset="-120"/>
              </a:rPr>
              <a:t>You do not need the code to start asking the right questions.</a:t>
            </a:r>
            <a:endParaRPr lang="en-US" sz="2100" dirty="0"/>
          </a:p>
        </p:txBody>
      </p:sp>
    </p:spTree>
    <p:extLst>
      <p:ext uri="{BB962C8B-B14F-4D97-AF65-F5344CB8AC3E}">
        <p14:creationId xmlns:p14="http://schemas.microsoft.com/office/powerpoint/2010/main" val="3838568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B19FF8-C81E-BB62-5187-CD06D999C44C}"/>
              </a:ext>
            </a:extLst>
          </p:cNvPr>
          <p:cNvSpPr>
            <a:spLocks noGrp="1"/>
          </p:cNvSpPr>
          <p:nvPr>
            <p:ph type="title"/>
          </p:nvPr>
        </p:nvSpPr>
        <p:spPr/>
        <p:txBody>
          <a:bodyPr/>
          <a:lstStyle/>
          <a:p>
            <a:r>
              <a:rPr kumimoji="1" lang="ja-JP" altLang="en-US" dirty="0"/>
              <a:t>仮説</a:t>
            </a:r>
            <a:r>
              <a:rPr kumimoji="1" lang="en-US" altLang="ja-JP" dirty="0"/>
              <a:t>2</a:t>
            </a:r>
            <a:r>
              <a:rPr kumimoji="1" lang="ja-JP" altLang="en-US" dirty="0"/>
              <a:t>の図と得られた示唆</a:t>
            </a:r>
          </a:p>
        </p:txBody>
      </p:sp>
      <p:sp>
        <p:nvSpPr>
          <p:cNvPr id="3" name="コンテンツ プレースホルダー 2">
            <a:extLst>
              <a:ext uri="{FF2B5EF4-FFF2-40B4-BE49-F238E27FC236}">
                <a16:creationId xmlns:a16="http://schemas.microsoft.com/office/drawing/2014/main" id="{BAF93FEF-BF15-FFBF-6159-D0FC03C6A63A}"/>
              </a:ext>
            </a:extLst>
          </p:cNvPr>
          <p:cNvSpPr>
            <a:spLocks noGrp="1"/>
          </p:cNvSpPr>
          <p:nvPr>
            <p:ph idx="1"/>
          </p:nvPr>
        </p:nvSpPr>
        <p:spPr/>
        <p:txBody>
          <a:bodyPr/>
          <a:lstStyle/>
          <a:p>
            <a:endParaRPr kumimoji="1" lang="ja-JP" altLang="en-US"/>
          </a:p>
        </p:txBody>
      </p:sp>
      <p:sp>
        <p:nvSpPr>
          <p:cNvPr id="4" name="フッター プレースホルダー 3">
            <a:extLst>
              <a:ext uri="{FF2B5EF4-FFF2-40B4-BE49-F238E27FC236}">
                <a16:creationId xmlns:a16="http://schemas.microsoft.com/office/drawing/2014/main" id="{49CB5D4D-0DD4-C84D-5662-42711B96D182}"/>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D016FDFB-F8FE-FF33-1E37-CBDE928940D3}"/>
              </a:ext>
            </a:extLst>
          </p:cNvPr>
          <p:cNvSpPr>
            <a:spLocks noGrp="1"/>
          </p:cNvSpPr>
          <p:nvPr>
            <p:ph type="sldNum" sz="quarter" idx="12"/>
          </p:nvPr>
        </p:nvSpPr>
        <p:spPr/>
        <p:txBody>
          <a:bodyPr/>
          <a:lstStyle/>
          <a:p>
            <a:fld id="{23177E0D-DEDB-4F71-BE70-957F7FD4B592}" type="slidenum">
              <a:rPr kumimoji="1" lang="ja-JP" altLang="en-US" smtClean="0"/>
              <a:t>18</a:t>
            </a:fld>
            <a:endParaRPr kumimoji="1" lang="ja-JP" altLang="en-US"/>
          </a:p>
        </p:txBody>
      </p:sp>
    </p:spTree>
    <p:extLst>
      <p:ext uri="{BB962C8B-B14F-4D97-AF65-F5344CB8AC3E}">
        <p14:creationId xmlns:p14="http://schemas.microsoft.com/office/powerpoint/2010/main" val="1949712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 5">
            <a:extLst>
              <a:ext uri="{FF2B5EF4-FFF2-40B4-BE49-F238E27FC236}">
                <a16:creationId xmlns:a16="http://schemas.microsoft.com/office/drawing/2014/main" id="{5262ED49-3ACA-8050-E966-EBB4A7FDD4E8}"/>
              </a:ext>
            </a:extLst>
          </p:cNvPr>
          <p:cNvSpPr/>
          <p:nvPr/>
        </p:nvSpPr>
        <p:spPr>
          <a:xfrm>
            <a:off x="922020" y="4212853"/>
            <a:ext cx="4998720" cy="1144536"/>
          </a:xfrm>
          <a:prstGeom prst="roundRect">
            <a:avLst>
              <a:gd name="adj" fmla="val 13793"/>
            </a:avLst>
          </a:prstGeom>
          <a:solidFill>
            <a:srgbClr val="F0F5FA"/>
          </a:solidFill>
          <a:ln w="10160">
            <a:solidFill>
              <a:srgbClr val="F0F5FA">
                <a:alpha val="0"/>
              </a:srgbClr>
            </a:solidFill>
          </a:ln>
        </p:spPr>
        <p:txBody>
          <a:bodyPr wrap="square" lIns="1016" tIns="1016" rIns="1016" bIns="1016" rtlCol="0" anchor="ctr">
            <a:normAutofit/>
          </a:bodyPr>
          <a:lstStyle/>
          <a:p>
            <a:pPr marL="0" indent="0" algn="ctr">
              <a:buNone/>
            </a:pPr>
            <a:endParaRPr lang="en-US" sz="2000" dirty="0"/>
          </a:p>
        </p:txBody>
      </p:sp>
      <p:sp>
        <p:nvSpPr>
          <p:cNvPr id="2" name="タイトル 1">
            <a:extLst>
              <a:ext uri="{FF2B5EF4-FFF2-40B4-BE49-F238E27FC236}">
                <a16:creationId xmlns:a16="http://schemas.microsoft.com/office/drawing/2014/main" id="{62616096-D44E-1C54-8A65-69FA52A02097}"/>
              </a:ext>
            </a:extLst>
          </p:cNvPr>
          <p:cNvSpPr>
            <a:spLocks noGrp="1"/>
          </p:cNvSpPr>
          <p:nvPr>
            <p:ph type="title"/>
          </p:nvPr>
        </p:nvSpPr>
        <p:spPr>
          <a:xfrm>
            <a:off x="922020" y="-29456"/>
            <a:ext cx="10206990" cy="1325563"/>
          </a:xfrm>
        </p:spPr>
        <p:txBody>
          <a:bodyPr>
            <a:normAutofit/>
          </a:bodyPr>
          <a:lstStyle/>
          <a:p>
            <a:r>
              <a:rPr lang="en-US" altLang="ja-JP" sz="3600" b="1" dirty="0">
                <a:solidFill>
                  <a:srgbClr val="14212B"/>
                </a:solidFill>
                <a:latin typeface="Georgia" pitchFamily="34" charset="0"/>
                <a:ea typeface="Georgia" pitchFamily="34" charset="-122"/>
                <a:cs typeface="Georgia" pitchFamily="34" charset="-120"/>
              </a:rPr>
              <a:t>Incomplete information does not mean no information</a:t>
            </a:r>
            <a:endParaRPr lang="en-US" altLang="ja-JP" sz="3600" dirty="0"/>
          </a:p>
        </p:txBody>
      </p:sp>
      <p:sp>
        <p:nvSpPr>
          <p:cNvPr id="4" name="フッター プレースホルダー 3">
            <a:extLst>
              <a:ext uri="{FF2B5EF4-FFF2-40B4-BE49-F238E27FC236}">
                <a16:creationId xmlns:a16="http://schemas.microsoft.com/office/drawing/2014/main" id="{FA93B3D6-8870-FF80-8345-5E3D0C38A3ED}"/>
              </a:ext>
            </a:extLst>
          </p:cNvPr>
          <p:cNvSpPr>
            <a:spLocks noGrp="1"/>
          </p:cNvSpPr>
          <p:nvPr>
            <p:ph type="ftr" sz="quarter" idx="11"/>
          </p:nvPr>
        </p:nvSpPr>
        <p:spPr/>
        <p:txBody>
          <a:bodyPr/>
          <a:lstStyle/>
          <a:p>
            <a:r>
              <a:rPr kumimoji="1" lang="it-IT" altLang="ja-JP"/>
              <a:t>Hinata Kikuchi kikuchih@ism.ac.jp - PSD 2026, Cadiz</a:t>
            </a:r>
            <a:endParaRPr kumimoji="1" lang="ja-JP" altLang="en-US"/>
          </a:p>
        </p:txBody>
      </p:sp>
      <p:sp>
        <p:nvSpPr>
          <p:cNvPr id="5" name="スライド番号プレースホルダー 4">
            <a:extLst>
              <a:ext uri="{FF2B5EF4-FFF2-40B4-BE49-F238E27FC236}">
                <a16:creationId xmlns:a16="http://schemas.microsoft.com/office/drawing/2014/main" id="{36ADE4ED-AC71-0521-F6A4-7AEC861FBC86}"/>
              </a:ext>
            </a:extLst>
          </p:cNvPr>
          <p:cNvSpPr>
            <a:spLocks noGrp="1"/>
          </p:cNvSpPr>
          <p:nvPr>
            <p:ph type="sldNum" sz="quarter" idx="12"/>
          </p:nvPr>
        </p:nvSpPr>
        <p:spPr/>
        <p:txBody>
          <a:bodyPr/>
          <a:lstStyle/>
          <a:p>
            <a:fld id="{23177E0D-DEDB-4F71-BE70-957F7FD4B592}" type="slidenum">
              <a:rPr kumimoji="1" lang="ja-JP" altLang="en-US" smtClean="0"/>
              <a:t>19</a:t>
            </a:fld>
            <a:endParaRPr kumimoji="1" lang="ja-JP" altLang="en-US"/>
          </a:p>
        </p:txBody>
      </p:sp>
      <p:sp>
        <p:nvSpPr>
          <p:cNvPr id="9" name="テキスト ボックス 8">
            <a:extLst>
              <a:ext uri="{FF2B5EF4-FFF2-40B4-BE49-F238E27FC236}">
                <a16:creationId xmlns:a16="http://schemas.microsoft.com/office/drawing/2014/main" id="{06FE6174-9EBA-99D3-5DF6-54F976D4F188}"/>
              </a:ext>
            </a:extLst>
          </p:cNvPr>
          <p:cNvSpPr txBox="1"/>
          <p:nvPr/>
        </p:nvSpPr>
        <p:spPr>
          <a:xfrm>
            <a:off x="937260" y="1145551"/>
            <a:ext cx="10332720" cy="1154162"/>
          </a:xfrm>
          <a:prstGeom prst="rect">
            <a:avLst/>
          </a:prstGeom>
          <a:noFill/>
        </p:spPr>
        <p:txBody>
          <a:bodyPr wrap="square">
            <a:spAutoFit/>
          </a:bodyPr>
          <a:lstStyle/>
          <a:p>
            <a:pPr marL="0" indent="0" algn="ctr">
              <a:buNone/>
            </a:pPr>
            <a:r>
              <a:rPr lang="en-US" altLang="ja-JP" sz="2300" b="1" dirty="0">
                <a:solidFill>
                  <a:srgbClr val="14212B"/>
                </a:solidFill>
                <a:latin typeface="Georgia" pitchFamily="34" charset="0"/>
                <a:ea typeface="Georgia" pitchFamily="34" charset="-122"/>
                <a:cs typeface="Georgia" pitchFamily="34" charset="-120"/>
              </a:rPr>
              <a:t>Full disclosure is valuable.</a:t>
            </a:r>
            <a:endParaRPr lang="en-US" altLang="ja-JP" sz="2300" dirty="0"/>
          </a:p>
          <a:p>
            <a:pPr marL="0" indent="0" algn="ctr">
              <a:buNone/>
            </a:pPr>
            <a:r>
              <a:rPr lang="en-US" altLang="ja-JP" sz="2300" b="1" dirty="0">
                <a:solidFill>
                  <a:srgbClr val="14212B"/>
                </a:solidFill>
                <a:latin typeface="Georgia" pitchFamily="34" charset="0"/>
                <a:ea typeface="Georgia" pitchFamily="34" charset="-122"/>
                <a:cs typeface="Georgia" pitchFamily="34" charset="-120"/>
              </a:rPr>
              <a:t>But when it is unrealistic, structured type-level reporting still has value.</a:t>
            </a:r>
            <a:endParaRPr lang="en-US" altLang="ja-JP" sz="2300" dirty="0"/>
          </a:p>
        </p:txBody>
      </p:sp>
      <p:sp>
        <p:nvSpPr>
          <p:cNvPr id="11" name="Text 3">
            <a:extLst>
              <a:ext uri="{FF2B5EF4-FFF2-40B4-BE49-F238E27FC236}">
                <a16:creationId xmlns:a16="http://schemas.microsoft.com/office/drawing/2014/main" id="{FCD2805C-224B-8E09-578C-6440A1014EF6}"/>
              </a:ext>
            </a:extLst>
          </p:cNvPr>
          <p:cNvSpPr/>
          <p:nvPr/>
        </p:nvSpPr>
        <p:spPr>
          <a:xfrm>
            <a:off x="960120" y="2788919"/>
            <a:ext cx="1554480" cy="640079"/>
          </a:xfrm>
          <a:prstGeom prst="roundRect">
            <a:avLst>
              <a:gd name="adj" fmla="val 13793"/>
            </a:avLst>
          </a:prstGeom>
          <a:solidFill>
            <a:srgbClr val="F8E7EA"/>
          </a:solidFill>
          <a:ln w="10160">
            <a:solidFill>
              <a:srgbClr val="F8E7EA">
                <a:alpha val="0"/>
              </a:srgbClr>
            </a:solidFill>
          </a:ln>
        </p:spPr>
        <p:txBody>
          <a:bodyPr wrap="square" lIns="1016" tIns="1016" rIns="1016" bIns="1016" rtlCol="0" anchor="ctr">
            <a:normAutofit/>
          </a:bodyPr>
          <a:lstStyle/>
          <a:p>
            <a:pPr marL="0" indent="0" algn="ctr">
              <a:buNone/>
            </a:pPr>
            <a:r>
              <a:rPr lang="en-US" sz="2000" b="1" dirty="0">
                <a:solidFill>
                  <a:srgbClr val="A11833"/>
                </a:solidFill>
                <a:latin typeface="Aptos" pitchFamily="34" charset="0"/>
                <a:ea typeface="Aptos" pitchFamily="34" charset="-122"/>
                <a:cs typeface="Aptos" pitchFamily="34" charset="-120"/>
              </a:rPr>
              <a:t>No report</a:t>
            </a:r>
            <a:endParaRPr lang="en-US" sz="2000" dirty="0"/>
          </a:p>
        </p:txBody>
      </p:sp>
      <p:sp>
        <p:nvSpPr>
          <p:cNvPr id="13" name="Text 4">
            <a:extLst>
              <a:ext uri="{FF2B5EF4-FFF2-40B4-BE49-F238E27FC236}">
                <a16:creationId xmlns:a16="http://schemas.microsoft.com/office/drawing/2014/main" id="{2A92DC7D-601B-AC46-ED99-4C1A0F79FE9A}"/>
              </a:ext>
            </a:extLst>
          </p:cNvPr>
          <p:cNvSpPr/>
          <p:nvPr/>
        </p:nvSpPr>
        <p:spPr>
          <a:xfrm>
            <a:off x="2834640" y="2788920"/>
            <a:ext cx="1737360" cy="640080"/>
          </a:xfrm>
          <a:prstGeom prst="roundRect">
            <a:avLst>
              <a:gd name="adj" fmla="val 13793"/>
            </a:avLst>
          </a:prstGeom>
          <a:solidFill>
            <a:srgbClr val="FFF3E5"/>
          </a:solidFill>
          <a:ln w="10160">
            <a:solidFill>
              <a:srgbClr val="FFF3E5">
                <a:alpha val="0"/>
              </a:srgbClr>
            </a:solidFill>
          </a:ln>
        </p:spPr>
        <p:txBody>
          <a:bodyPr wrap="square" lIns="1016" tIns="1016" rIns="1016" bIns="1016" rtlCol="0" anchor="ctr">
            <a:normAutofit/>
          </a:bodyPr>
          <a:lstStyle/>
          <a:p>
            <a:pPr marL="0" indent="0" algn="ctr">
              <a:buNone/>
            </a:pPr>
            <a:r>
              <a:rPr lang="en-US" sz="2000" b="1" dirty="0">
                <a:solidFill>
                  <a:srgbClr val="DA8321"/>
                </a:solidFill>
                <a:latin typeface="Aptos" pitchFamily="34" charset="0"/>
                <a:ea typeface="Aptos" pitchFamily="34" charset="-122"/>
                <a:cs typeface="Aptos" pitchFamily="34" charset="-120"/>
              </a:rPr>
              <a:t>Vague poster</a:t>
            </a:r>
            <a:endParaRPr lang="en-US" sz="2000" dirty="0"/>
          </a:p>
        </p:txBody>
      </p:sp>
      <p:sp>
        <p:nvSpPr>
          <p:cNvPr id="15" name="Text 5">
            <a:extLst>
              <a:ext uri="{FF2B5EF4-FFF2-40B4-BE49-F238E27FC236}">
                <a16:creationId xmlns:a16="http://schemas.microsoft.com/office/drawing/2014/main" id="{B8176543-AE4C-55BD-987D-470D4641564F}"/>
              </a:ext>
            </a:extLst>
          </p:cNvPr>
          <p:cNvSpPr/>
          <p:nvPr/>
        </p:nvSpPr>
        <p:spPr>
          <a:xfrm>
            <a:off x="4892040" y="2788920"/>
            <a:ext cx="2377440" cy="640078"/>
          </a:xfrm>
          <a:prstGeom prst="roundRect">
            <a:avLst>
              <a:gd name="adj" fmla="val 13793"/>
            </a:avLst>
          </a:prstGeom>
          <a:solidFill>
            <a:srgbClr val="F0F5FA"/>
          </a:solidFill>
          <a:ln w="10160">
            <a:solidFill>
              <a:srgbClr val="F0F5FA">
                <a:alpha val="0"/>
              </a:srgbClr>
            </a:solidFill>
          </a:ln>
        </p:spPr>
        <p:txBody>
          <a:bodyPr wrap="square" lIns="1016" tIns="1016" rIns="1016" bIns="1016" rtlCol="0" anchor="ctr">
            <a:normAutofit lnSpcReduction="10000"/>
          </a:bodyPr>
          <a:lstStyle/>
          <a:p>
            <a:pPr marL="0" indent="0" algn="ctr">
              <a:buNone/>
            </a:pPr>
            <a:r>
              <a:rPr lang="en-US" sz="2000" b="1" dirty="0">
                <a:solidFill>
                  <a:srgbClr val="1F73B7"/>
                </a:solidFill>
                <a:latin typeface="Aptos" pitchFamily="34" charset="0"/>
                <a:ea typeface="Aptos" pitchFamily="34" charset="-122"/>
                <a:cs typeface="Aptos" pitchFamily="34" charset="-120"/>
              </a:rPr>
              <a:t>Structured questionnaire</a:t>
            </a:r>
            <a:endParaRPr lang="en-US" sz="2000" dirty="0"/>
          </a:p>
        </p:txBody>
      </p:sp>
      <p:sp>
        <p:nvSpPr>
          <p:cNvPr id="17" name="Text 6">
            <a:extLst>
              <a:ext uri="{FF2B5EF4-FFF2-40B4-BE49-F238E27FC236}">
                <a16:creationId xmlns:a16="http://schemas.microsoft.com/office/drawing/2014/main" id="{3F127E72-E5C9-22FE-75C4-8F3BE059C2A8}"/>
              </a:ext>
            </a:extLst>
          </p:cNvPr>
          <p:cNvSpPr/>
          <p:nvPr/>
        </p:nvSpPr>
        <p:spPr>
          <a:xfrm>
            <a:off x="7589520" y="2788919"/>
            <a:ext cx="1554480" cy="640077"/>
          </a:xfrm>
          <a:prstGeom prst="roundRect">
            <a:avLst>
              <a:gd name="adj" fmla="val 13793"/>
            </a:avLst>
          </a:prstGeom>
          <a:solidFill>
            <a:srgbClr val="E8F4EE"/>
          </a:solidFill>
          <a:ln w="10160">
            <a:solidFill>
              <a:srgbClr val="E8F4EE">
                <a:alpha val="0"/>
              </a:srgbClr>
            </a:solidFill>
          </a:ln>
        </p:spPr>
        <p:txBody>
          <a:bodyPr wrap="square" lIns="1016" tIns="1016" rIns="1016" bIns="1016" rtlCol="0" anchor="ctr">
            <a:normAutofit/>
          </a:bodyPr>
          <a:lstStyle/>
          <a:p>
            <a:pPr marL="0" indent="0" algn="ctr">
              <a:buNone/>
            </a:pPr>
            <a:r>
              <a:rPr lang="en-US" sz="2000" b="1" dirty="0">
                <a:solidFill>
                  <a:srgbClr val="2F6B4F"/>
                </a:solidFill>
                <a:latin typeface="Aptos" pitchFamily="34" charset="0"/>
                <a:ea typeface="Aptos" pitchFamily="34" charset="-122"/>
                <a:cs typeface="Aptos" pitchFamily="34" charset="-120"/>
              </a:rPr>
              <a:t>Full code</a:t>
            </a:r>
            <a:endParaRPr lang="en-US" sz="2000" dirty="0"/>
          </a:p>
        </p:txBody>
      </p:sp>
      <p:sp>
        <p:nvSpPr>
          <p:cNvPr id="19" name="Text 7">
            <a:extLst>
              <a:ext uri="{FF2B5EF4-FFF2-40B4-BE49-F238E27FC236}">
                <a16:creationId xmlns:a16="http://schemas.microsoft.com/office/drawing/2014/main" id="{E544E678-24DB-066B-70E8-CEA5B1A6B2DF}"/>
              </a:ext>
            </a:extLst>
          </p:cNvPr>
          <p:cNvSpPr/>
          <p:nvPr/>
        </p:nvSpPr>
        <p:spPr>
          <a:xfrm>
            <a:off x="9464040" y="2788919"/>
            <a:ext cx="1783080" cy="640075"/>
          </a:xfrm>
          <a:prstGeom prst="roundRect">
            <a:avLst>
              <a:gd name="adj" fmla="val 13793"/>
            </a:avLst>
          </a:prstGeom>
          <a:solidFill>
            <a:srgbClr val="E8F4EE"/>
          </a:solidFill>
          <a:ln w="10160">
            <a:solidFill>
              <a:srgbClr val="E8F4EE">
                <a:alpha val="0"/>
              </a:srgbClr>
            </a:solidFill>
          </a:ln>
        </p:spPr>
        <p:txBody>
          <a:bodyPr wrap="square" lIns="1016" tIns="1016" rIns="1016" bIns="1016" rtlCol="0" anchor="ctr">
            <a:normAutofit lnSpcReduction="10000"/>
          </a:bodyPr>
          <a:lstStyle/>
          <a:p>
            <a:pPr marL="0" indent="0" algn="ctr">
              <a:buNone/>
            </a:pPr>
            <a:r>
              <a:rPr lang="en-US" sz="2000" b="1" dirty="0">
                <a:solidFill>
                  <a:srgbClr val="2F6B4F"/>
                </a:solidFill>
                <a:latin typeface="Aptos" pitchFamily="34" charset="0"/>
                <a:ea typeface="Aptos" pitchFamily="34" charset="-122"/>
                <a:cs typeface="Aptos" pitchFamily="34" charset="-120"/>
              </a:rPr>
              <a:t>Controlled study</a:t>
            </a:r>
            <a:endParaRPr lang="en-US" sz="2000" dirty="0"/>
          </a:p>
        </p:txBody>
      </p:sp>
      <p:sp>
        <p:nvSpPr>
          <p:cNvPr id="21" name="Shape 8">
            <a:extLst>
              <a:ext uri="{FF2B5EF4-FFF2-40B4-BE49-F238E27FC236}">
                <a16:creationId xmlns:a16="http://schemas.microsoft.com/office/drawing/2014/main" id="{1D65650F-23ED-7908-0E2D-68D66E0B7F5C}"/>
              </a:ext>
            </a:extLst>
          </p:cNvPr>
          <p:cNvSpPr/>
          <p:nvPr/>
        </p:nvSpPr>
        <p:spPr>
          <a:xfrm>
            <a:off x="2542032" y="3054096"/>
            <a:ext cx="246888" cy="0"/>
          </a:xfrm>
          <a:prstGeom prst="line">
            <a:avLst/>
          </a:prstGeom>
          <a:noFill/>
          <a:ln w="19050">
            <a:solidFill>
              <a:srgbClr val="C8D2DA"/>
            </a:solidFill>
            <a:prstDash val="solid"/>
            <a:tailEnd type="triangle"/>
          </a:ln>
        </p:spPr>
        <p:txBody>
          <a:bodyPr/>
          <a:lstStyle/>
          <a:p>
            <a:endParaRPr lang="ja-JP" altLang="en-US"/>
          </a:p>
        </p:txBody>
      </p:sp>
      <p:sp>
        <p:nvSpPr>
          <p:cNvPr id="23" name="Shape 9">
            <a:extLst>
              <a:ext uri="{FF2B5EF4-FFF2-40B4-BE49-F238E27FC236}">
                <a16:creationId xmlns:a16="http://schemas.microsoft.com/office/drawing/2014/main" id="{E7C24954-2B28-FC2A-7A0B-7C62D1FF6D76}"/>
              </a:ext>
            </a:extLst>
          </p:cNvPr>
          <p:cNvSpPr/>
          <p:nvPr/>
        </p:nvSpPr>
        <p:spPr>
          <a:xfrm>
            <a:off x="4599432" y="3054096"/>
            <a:ext cx="246888" cy="0"/>
          </a:xfrm>
          <a:prstGeom prst="line">
            <a:avLst/>
          </a:prstGeom>
          <a:noFill/>
          <a:ln w="19050">
            <a:solidFill>
              <a:srgbClr val="C8D2DA"/>
            </a:solidFill>
            <a:prstDash val="solid"/>
            <a:tailEnd type="triangle"/>
          </a:ln>
        </p:spPr>
        <p:txBody>
          <a:bodyPr/>
          <a:lstStyle/>
          <a:p>
            <a:endParaRPr lang="ja-JP" altLang="en-US"/>
          </a:p>
        </p:txBody>
      </p:sp>
      <p:sp>
        <p:nvSpPr>
          <p:cNvPr id="25" name="Shape 10">
            <a:extLst>
              <a:ext uri="{FF2B5EF4-FFF2-40B4-BE49-F238E27FC236}">
                <a16:creationId xmlns:a16="http://schemas.microsoft.com/office/drawing/2014/main" id="{EBF4D35D-E85F-260A-E21C-E778EFBA9867}"/>
              </a:ext>
            </a:extLst>
          </p:cNvPr>
          <p:cNvSpPr/>
          <p:nvPr/>
        </p:nvSpPr>
        <p:spPr>
          <a:xfrm>
            <a:off x="7296912" y="3054096"/>
            <a:ext cx="246888" cy="0"/>
          </a:xfrm>
          <a:prstGeom prst="line">
            <a:avLst/>
          </a:prstGeom>
          <a:noFill/>
          <a:ln w="19050">
            <a:solidFill>
              <a:srgbClr val="C8D2DA"/>
            </a:solidFill>
            <a:prstDash val="solid"/>
            <a:tailEnd type="triangle"/>
          </a:ln>
        </p:spPr>
        <p:txBody>
          <a:bodyPr/>
          <a:lstStyle/>
          <a:p>
            <a:endParaRPr lang="ja-JP" altLang="en-US"/>
          </a:p>
        </p:txBody>
      </p:sp>
      <p:sp>
        <p:nvSpPr>
          <p:cNvPr id="27" name="Shape 11">
            <a:extLst>
              <a:ext uri="{FF2B5EF4-FFF2-40B4-BE49-F238E27FC236}">
                <a16:creationId xmlns:a16="http://schemas.microsoft.com/office/drawing/2014/main" id="{DDE7A2F5-AEE0-8B11-94CB-1EC0326F22D4}"/>
              </a:ext>
            </a:extLst>
          </p:cNvPr>
          <p:cNvSpPr/>
          <p:nvPr/>
        </p:nvSpPr>
        <p:spPr>
          <a:xfrm>
            <a:off x="9171432" y="3054096"/>
            <a:ext cx="246888" cy="0"/>
          </a:xfrm>
          <a:prstGeom prst="line">
            <a:avLst/>
          </a:prstGeom>
          <a:noFill/>
          <a:ln w="19050">
            <a:solidFill>
              <a:srgbClr val="C8D2DA"/>
            </a:solidFill>
            <a:prstDash val="solid"/>
            <a:tailEnd type="triangle"/>
          </a:ln>
        </p:spPr>
        <p:txBody>
          <a:bodyPr/>
          <a:lstStyle/>
          <a:p>
            <a:endParaRPr lang="ja-JP" altLang="en-US"/>
          </a:p>
        </p:txBody>
      </p:sp>
      <p:sp>
        <p:nvSpPr>
          <p:cNvPr id="29" name="Text 12">
            <a:extLst>
              <a:ext uri="{FF2B5EF4-FFF2-40B4-BE49-F238E27FC236}">
                <a16:creationId xmlns:a16="http://schemas.microsoft.com/office/drawing/2014/main" id="{22FE0634-8514-57A6-EFAB-95B573AC45E4}"/>
              </a:ext>
            </a:extLst>
          </p:cNvPr>
          <p:cNvSpPr/>
          <p:nvPr/>
        </p:nvSpPr>
        <p:spPr>
          <a:xfrm>
            <a:off x="987552" y="3474720"/>
            <a:ext cx="1280160" cy="164592"/>
          </a:xfrm>
          <a:prstGeom prst="rect">
            <a:avLst/>
          </a:prstGeom>
          <a:noFill/>
          <a:ln/>
        </p:spPr>
        <p:txBody>
          <a:bodyPr wrap="square" lIns="0" tIns="0" rIns="0" bIns="0" rtlCol="0" anchor="ctr"/>
          <a:lstStyle/>
          <a:p>
            <a:pPr marL="0" indent="0">
              <a:buNone/>
            </a:pPr>
            <a:r>
              <a:rPr lang="en-US" sz="1600" dirty="0">
                <a:solidFill>
                  <a:srgbClr val="657481"/>
                </a:solidFill>
                <a:latin typeface="Aptos" pitchFamily="34" charset="0"/>
                <a:ea typeface="Aptos" pitchFamily="34" charset="-122"/>
                <a:cs typeface="Aptos" pitchFamily="34" charset="-120"/>
              </a:rPr>
              <a:t>Feasibility</a:t>
            </a:r>
            <a:endParaRPr lang="en-US" sz="1600" dirty="0"/>
          </a:p>
        </p:txBody>
      </p:sp>
      <p:sp>
        <p:nvSpPr>
          <p:cNvPr id="31" name="Text 13">
            <a:extLst>
              <a:ext uri="{FF2B5EF4-FFF2-40B4-BE49-F238E27FC236}">
                <a16:creationId xmlns:a16="http://schemas.microsoft.com/office/drawing/2014/main" id="{4494F9D2-98BC-3F46-1EB5-57EF1EC990F3}"/>
              </a:ext>
            </a:extLst>
          </p:cNvPr>
          <p:cNvSpPr/>
          <p:nvPr/>
        </p:nvSpPr>
        <p:spPr>
          <a:xfrm>
            <a:off x="10012680" y="3474720"/>
            <a:ext cx="1280160" cy="164592"/>
          </a:xfrm>
          <a:prstGeom prst="rect">
            <a:avLst/>
          </a:prstGeom>
          <a:noFill/>
          <a:ln/>
        </p:spPr>
        <p:txBody>
          <a:bodyPr wrap="square" lIns="0" tIns="0" rIns="0" bIns="0" rtlCol="0" anchor="ctr"/>
          <a:lstStyle/>
          <a:p>
            <a:pPr marL="0" indent="0" algn="r">
              <a:buNone/>
            </a:pPr>
            <a:r>
              <a:rPr lang="en-US" sz="1600" dirty="0">
                <a:solidFill>
                  <a:srgbClr val="657481"/>
                </a:solidFill>
                <a:latin typeface="Aptos" pitchFamily="34" charset="0"/>
                <a:ea typeface="Aptos" pitchFamily="34" charset="-122"/>
                <a:cs typeface="Aptos" pitchFamily="34" charset="-120"/>
              </a:rPr>
              <a:t>Rigor</a:t>
            </a:r>
            <a:endParaRPr lang="en-US" sz="1600" dirty="0"/>
          </a:p>
        </p:txBody>
      </p:sp>
      <p:sp>
        <p:nvSpPr>
          <p:cNvPr id="33" name="Text 17">
            <a:extLst>
              <a:ext uri="{FF2B5EF4-FFF2-40B4-BE49-F238E27FC236}">
                <a16:creationId xmlns:a16="http://schemas.microsoft.com/office/drawing/2014/main" id="{D070BF44-C6B6-1D98-122B-0626CDF9C352}"/>
              </a:ext>
            </a:extLst>
          </p:cNvPr>
          <p:cNvSpPr/>
          <p:nvPr/>
        </p:nvSpPr>
        <p:spPr>
          <a:xfrm>
            <a:off x="922020" y="5406491"/>
            <a:ext cx="10431780" cy="837744"/>
          </a:xfrm>
          <a:prstGeom prst="rect">
            <a:avLst/>
          </a:prstGeom>
          <a:noFill/>
          <a:ln/>
        </p:spPr>
        <p:txBody>
          <a:bodyPr wrap="square" lIns="0" tIns="0" rIns="0" bIns="0" rtlCol="0" anchor="ctr">
            <a:normAutofit lnSpcReduction="10000"/>
          </a:bodyPr>
          <a:lstStyle/>
          <a:p>
            <a:pPr marL="0" indent="0" algn="ctr">
              <a:buNone/>
            </a:pPr>
            <a:r>
              <a:rPr lang="en-US" sz="2800" b="1" dirty="0">
                <a:solidFill>
                  <a:srgbClr val="A11833"/>
                </a:solidFill>
                <a:latin typeface="Georgia" pitchFamily="34" charset="0"/>
                <a:ea typeface="Georgia" pitchFamily="34" charset="-122"/>
                <a:cs typeface="Georgia" pitchFamily="34" charset="-120"/>
              </a:rPr>
              <a:t>We may not have the source — but we can still start finding the patterns.</a:t>
            </a:r>
            <a:endParaRPr lang="en-US" sz="2800" dirty="0"/>
          </a:p>
        </p:txBody>
      </p:sp>
      <p:sp>
        <p:nvSpPr>
          <p:cNvPr id="35" name="Text 14">
            <a:extLst>
              <a:ext uri="{FF2B5EF4-FFF2-40B4-BE49-F238E27FC236}">
                <a16:creationId xmlns:a16="http://schemas.microsoft.com/office/drawing/2014/main" id="{D7D7E11F-B10F-13CA-B22E-55F727978BB5}"/>
              </a:ext>
            </a:extLst>
          </p:cNvPr>
          <p:cNvSpPr/>
          <p:nvPr/>
        </p:nvSpPr>
        <p:spPr>
          <a:xfrm>
            <a:off x="922020" y="3837952"/>
            <a:ext cx="4206240" cy="420624"/>
          </a:xfrm>
          <a:prstGeom prst="roundRect">
            <a:avLst>
              <a:gd name="adj" fmla="val 17391"/>
            </a:avLst>
          </a:prstGeom>
          <a:solidFill>
            <a:srgbClr val="14212B"/>
          </a:solidFill>
          <a:ln w="10160">
            <a:solidFill>
              <a:srgbClr val="14212B">
                <a:alpha val="0"/>
              </a:srgbClr>
            </a:solidFill>
          </a:ln>
        </p:spPr>
        <p:txBody>
          <a:bodyPr wrap="square" lIns="1016" tIns="1016" rIns="1016" bIns="1016"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One ask for future competitions</a:t>
            </a:r>
            <a:endParaRPr lang="en-US" sz="2000" dirty="0"/>
          </a:p>
        </p:txBody>
      </p:sp>
      <p:sp>
        <p:nvSpPr>
          <p:cNvPr id="37" name="Text 15">
            <a:extLst>
              <a:ext uri="{FF2B5EF4-FFF2-40B4-BE49-F238E27FC236}">
                <a16:creationId xmlns:a16="http://schemas.microsoft.com/office/drawing/2014/main" id="{B219D0D1-9025-7092-AFA9-A9B053AD23EF}"/>
              </a:ext>
            </a:extLst>
          </p:cNvPr>
          <p:cNvSpPr/>
          <p:nvPr/>
        </p:nvSpPr>
        <p:spPr>
          <a:xfrm>
            <a:off x="1013460" y="4212853"/>
            <a:ext cx="4907280" cy="1091858"/>
          </a:xfrm>
          <a:prstGeom prst="rect">
            <a:avLst/>
          </a:prstGeom>
          <a:noFill/>
          <a:ln/>
        </p:spPr>
        <p:txBody>
          <a:bodyPr wrap="square" lIns="0" tIns="0" rIns="0" bIns="0" rtlCol="0" anchor="ctr">
            <a:normAutofit/>
          </a:bodyPr>
          <a:lstStyle/>
          <a:p>
            <a:pPr marL="0" indent="0">
              <a:buNone/>
            </a:pPr>
            <a:r>
              <a:rPr lang="en-US" sz="2000" dirty="0">
                <a:solidFill>
                  <a:srgbClr val="14212B"/>
                </a:solidFill>
                <a:latin typeface="Aptos" pitchFamily="34" charset="0"/>
                <a:ea typeface="Aptos" pitchFamily="34" charset="-122"/>
                <a:cs typeface="Aptos" pitchFamily="34" charset="-120"/>
              </a:rPr>
              <a:t>If full source-code release is unrealistic, require every team to answer a short structured questionnaire about its strategy.</a:t>
            </a:r>
            <a:endParaRPr lang="en-US" sz="2000" dirty="0"/>
          </a:p>
        </p:txBody>
      </p:sp>
    </p:spTree>
    <p:extLst>
      <p:ext uri="{BB962C8B-B14F-4D97-AF65-F5344CB8AC3E}">
        <p14:creationId xmlns:p14="http://schemas.microsoft.com/office/powerpoint/2010/main" val="801727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BC98D48-E203-4E72-E9EE-8E77DBF7E53F}"/>
              </a:ext>
            </a:extLst>
          </p:cNvPr>
          <p:cNvSpPr>
            <a:spLocks noGrp="1"/>
          </p:cNvSpPr>
          <p:nvPr>
            <p:ph type="ftr" sz="quarter" idx="11"/>
          </p:nvPr>
        </p:nvSpPr>
        <p:spPr/>
        <p:txBody>
          <a:bodyPr/>
          <a:lstStyle/>
          <a:p>
            <a:r>
              <a:rPr kumimoji="1" lang="it-IT" altLang="ja-JP" dirty="0"/>
              <a:t>Hinata Kikuchi kikuchih@ism.ac.jp - PSD 2026, Cadiz</a:t>
            </a:r>
            <a:endParaRPr kumimoji="1" lang="ja-JP" altLang="en-US" dirty="0"/>
          </a:p>
        </p:txBody>
      </p:sp>
      <p:sp>
        <p:nvSpPr>
          <p:cNvPr id="5" name="スライド番号プレースホルダー 4">
            <a:extLst>
              <a:ext uri="{FF2B5EF4-FFF2-40B4-BE49-F238E27FC236}">
                <a16:creationId xmlns:a16="http://schemas.microsoft.com/office/drawing/2014/main" id="{9EEF0C18-624D-6614-9BCD-43D9D19C7E0F}"/>
              </a:ext>
            </a:extLst>
          </p:cNvPr>
          <p:cNvSpPr>
            <a:spLocks noGrp="1"/>
          </p:cNvSpPr>
          <p:nvPr>
            <p:ph type="sldNum" sz="quarter" idx="12"/>
          </p:nvPr>
        </p:nvSpPr>
        <p:spPr/>
        <p:txBody>
          <a:bodyPr/>
          <a:lstStyle/>
          <a:p>
            <a:fld id="{23177E0D-DEDB-4F71-BE70-957F7FD4B592}" type="slidenum">
              <a:rPr kumimoji="1" lang="ja-JP" altLang="en-US" smtClean="0"/>
              <a:t>20</a:t>
            </a:fld>
            <a:endParaRPr kumimoji="1" lang="ja-JP" altLang="en-US"/>
          </a:p>
        </p:txBody>
      </p:sp>
      <p:sp>
        <p:nvSpPr>
          <p:cNvPr id="9" name="Text 2">
            <a:extLst>
              <a:ext uri="{FF2B5EF4-FFF2-40B4-BE49-F238E27FC236}">
                <a16:creationId xmlns:a16="http://schemas.microsoft.com/office/drawing/2014/main" id="{AE8A04C5-DD5F-D06D-0EFD-5079074A46B6}"/>
              </a:ext>
            </a:extLst>
          </p:cNvPr>
          <p:cNvSpPr/>
          <p:nvPr/>
        </p:nvSpPr>
        <p:spPr>
          <a:xfrm>
            <a:off x="5600700" y="1485900"/>
            <a:ext cx="5692140" cy="868680"/>
          </a:xfrm>
          <a:prstGeom prst="roundRect">
            <a:avLst>
              <a:gd name="adj" fmla="val 8421"/>
            </a:avLst>
          </a:prstGeom>
          <a:solidFill>
            <a:srgbClr val="F3F6F8"/>
          </a:solidFill>
          <a:ln w="10160">
            <a:solidFill>
              <a:srgbClr val="F3F6F8">
                <a:alpha val="0"/>
              </a:srgbClr>
            </a:solidFill>
          </a:ln>
        </p:spPr>
        <p:txBody>
          <a:bodyPr wrap="square" lIns="1905" tIns="1905" rIns="1905" bIns="1905" rtlCol="0" anchor="ctr">
            <a:normAutofit lnSpcReduction="10000"/>
          </a:bodyPr>
          <a:lstStyle/>
          <a:p>
            <a:pPr marL="0" indent="0" algn="l">
              <a:buNone/>
            </a:pPr>
            <a:r>
              <a:rPr lang="en-US" sz="2800" b="1" dirty="0">
                <a:solidFill>
                  <a:srgbClr val="14212B"/>
                </a:solidFill>
                <a:latin typeface="Aptos" pitchFamily="34" charset="0"/>
                <a:ea typeface="Aptos" pitchFamily="34" charset="-122"/>
                <a:cs typeface="Aptos" pitchFamily="34" charset="-120"/>
              </a:rPr>
              <a:t>Patterns Without Source:</a:t>
            </a:r>
            <a:endParaRPr lang="en-US" sz="2800" dirty="0"/>
          </a:p>
          <a:p>
            <a:pPr marL="0" indent="0" algn="l">
              <a:buNone/>
            </a:pPr>
            <a:r>
              <a:rPr lang="en-US" sz="2800" b="1" dirty="0">
                <a:solidFill>
                  <a:srgbClr val="14212B"/>
                </a:solidFill>
                <a:latin typeface="Aptos" pitchFamily="34" charset="0"/>
                <a:ea typeface="Aptos" pitchFamily="34" charset="-122"/>
                <a:cs typeface="Aptos" pitchFamily="34" charset="-120"/>
              </a:rPr>
              <a:t>A Meta-Analysis of PWS Cup 2025</a:t>
            </a:r>
            <a:endParaRPr lang="en-US" sz="2800" dirty="0"/>
          </a:p>
        </p:txBody>
      </p:sp>
      <p:sp>
        <p:nvSpPr>
          <p:cNvPr id="11" name="Text 3">
            <a:extLst>
              <a:ext uri="{FF2B5EF4-FFF2-40B4-BE49-F238E27FC236}">
                <a16:creationId xmlns:a16="http://schemas.microsoft.com/office/drawing/2014/main" id="{A7CC07E0-905D-6329-AB71-4BA6AC865B90}"/>
              </a:ext>
            </a:extLst>
          </p:cNvPr>
          <p:cNvSpPr/>
          <p:nvPr/>
        </p:nvSpPr>
        <p:spPr>
          <a:xfrm>
            <a:off x="5600700" y="2660904"/>
            <a:ext cx="5692140" cy="786384"/>
          </a:xfrm>
          <a:prstGeom prst="roundRect">
            <a:avLst>
              <a:gd name="adj" fmla="val 11111"/>
            </a:avLst>
          </a:prstGeom>
          <a:solidFill>
            <a:srgbClr val="FFFFFF"/>
          </a:solidFill>
          <a:ln w="10160">
            <a:solidFill>
              <a:srgbClr val="C8D2DA"/>
            </a:solidFill>
          </a:ln>
        </p:spPr>
        <p:txBody>
          <a:bodyPr wrap="square" lIns="1651" tIns="1651" rIns="1651" bIns="1651" rtlCol="0" anchor="ctr">
            <a:normAutofit/>
          </a:bodyPr>
          <a:lstStyle/>
          <a:p>
            <a:pPr marL="0" indent="0" algn="l">
              <a:buNone/>
            </a:pPr>
            <a:r>
              <a:rPr lang="en-US" sz="2000" dirty="0">
                <a:solidFill>
                  <a:srgbClr val="14212B"/>
                </a:solidFill>
                <a:latin typeface="Aptos" pitchFamily="34" charset="0"/>
                <a:ea typeface="Aptos" pitchFamily="34" charset="-122"/>
                <a:cs typeface="Aptos" pitchFamily="34" charset="-120"/>
              </a:rPr>
              <a:t>Reconstructed data, codebook and analysis code</a:t>
            </a:r>
            <a:endParaRPr lang="en-US" sz="2000" dirty="0"/>
          </a:p>
          <a:p>
            <a:pPr marL="0" indent="0" algn="l">
              <a:buNone/>
            </a:pPr>
            <a:r>
              <a:rPr lang="en-US" sz="2000" dirty="0">
                <a:solidFill>
                  <a:srgbClr val="14212B"/>
                </a:solidFill>
                <a:latin typeface="Aptos" pitchFamily="34" charset="0"/>
                <a:ea typeface="Aptos" pitchFamily="34" charset="-122"/>
                <a:cs typeface="Aptos" pitchFamily="34" charset="-120"/>
              </a:rPr>
              <a:t>github.com/kiti1924/PWSCUP2025_REVIEW_PUB</a:t>
            </a:r>
            <a:endParaRPr lang="en-US" sz="2000" dirty="0"/>
          </a:p>
        </p:txBody>
      </p:sp>
      <p:sp>
        <p:nvSpPr>
          <p:cNvPr id="13" name="Text 4">
            <a:extLst>
              <a:ext uri="{FF2B5EF4-FFF2-40B4-BE49-F238E27FC236}">
                <a16:creationId xmlns:a16="http://schemas.microsoft.com/office/drawing/2014/main" id="{7FF9343A-34D7-289D-4FDD-FCE2870FEAD4}"/>
              </a:ext>
            </a:extLst>
          </p:cNvPr>
          <p:cNvSpPr/>
          <p:nvPr/>
        </p:nvSpPr>
        <p:spPr>
          <a:xfrm>
            <a:off x="5600700" y="3730752"/>
            <a:ext cx="5692140" cy="658368"/>
          </a:xfrm>
          <a:prstGeom prst="roundRect">
            <a:avLst>
              <a:gd name="adj" fmla="val 11111"/>
            </a:avLst>
          </a:prstGeom>
          <a:solidFill>
            <a:srgbClr val="FFFFFF"/>
          </a:solidFill>
          <a:ln w="10160">
            <a:solidFill>
              <a:srgbClr val="C8D2DA"/>
            </a:solidFill>
          </a:ln>
        </p:spPr>
        <p:txBody>
          <a:bodyPr wrap="square" lIns="1651" tIns="1651" rIns="1651" bIns="1651" rtlCol="0" anchor="ctr">
            <a:normAutofit/>
          </a:bodyPr>
          <a:lstStyle/>
          <a:p>
            <a:pPr marL="0" indent="0" algn="l">
              <a:buNone/>
            </a:pPr>
            <a:r>
              <a:rPr lang="en-US" sz="2000" dirty="0">
                <a:solidFill>
                  <a:srgbClr val="14212B"/>
                </a:solidFill>
                <a:latin typeface="Aptos" pitchFamily="34" charset="0"/>
                <a:ea typeface="Aptos" pitchFamily="34" charset="-122"/>
                <a:cs typeface="Aptos" pitchFamily="34" charset="-120"/>
              </a:rPr>
              <a:t>Competition materials and full results</a:t>
            </a:r>
            <a:endParaRPr lang="en-US" sz="2000" dirty="0"/>
          </a:p>
          <a:p>
            <a:pPr marL="0" indent="0" algn="l">
              <a:buNone/>
            </a:pPr>
            <a:r>
              <a:rPr lang="en-US" sz="2000" dirty="0">
                <a:solidFill>
                  <a:srgbClr val="14212B"/>
                </a:solidFill>
                <a:latin typeface="Aptos" pitchFamily="34" charset="0"/>
                <a:ea typeface="Aptos" pitchFamily="34" charset="-122"/>
                <a:cs typeface="Aptos" pitchFamily="34" charset="-120"/>
              </a:rPr>
              <a:t>iwsec.org/pws/2025/cup25.html</a:t>
            </a:r>
            <a:endParaRPr lang="en-US" sz="2000" dirty="0"/>
          </a:p>
        </p:txBody>
      </p:sp>
      <p:sp>
        <p:nvSpPr>
          <p:cNvPr id="15" name="Text 5">
            <a:extLst>
              <a:ext uri="{FF2B5EF4-FFF2-40B4-BE49-F238E27FC236}">
                <a16:creationId xmlns:a16="http://schemas.microsoft.com/office/drawing/2014/main" id="{FB791235-D737-6690-B1E1-A7F8CA7323C7}"/>
              </a:ext>
            </a:extLst>
          </p:cNvPr>
          <p:cNvSpPr/>
          <p:nvPr/>
        </p:nvSpPr>
        <p:spPr>
          <a:xfrm>
            <a:off x="5600700" y="4672584"/>
            <a:ext cx="5692140" cy="658368"/>
          </a:xfrm>
          <a:prstGeom prst="roundRect">
            <a:avLst>
              <a:gd name="adj" fmla="val 11111"/>
            </a:avLst>
          </a:prstGeom>
          <a:solidFill>
            <a:srgbClr val="FFFFFF"/>
          </a:solidFill>
          <a:ln w="10160">
            <a:solidFill>
              <a:srgbClr val="C8D2DA"/>
            </a:solidFill>
          </a:ln>
        </p:spPr>
        <p:txBody>
          <a:bodyPr wrap="square" lIns="1651" tIns="1651" rIns="1651" bIns="1651" rtlCol="0" anchor="ctr">
            <a:normAutofit/>
          </a:bodyPr>
          <a:lstStyle/>
          <a:p>
            <a:pPr marL="0" indent="0" algn="l">
              <a:buNone/>
            </a:pPr>
            <a:r>
              <a:rPr lang="en-US" sz="2000" dirty="0">
                <a:solidFill>
                  <a:srgbClr val="14212B"/>
                </a:solidFill>
                <a:latin typeface="Aptos" pitchFamily="34" charset="0"/>
                <a:ea typeface="Aptos" pitchFamily="34" charset="-122"/>
                <a:cs typeface="Aptos" pitchFamily="34" charset="-120"/>
              </a:rPr>
              <a:t>Contact</a:t>
            </a:r>
            <a:endParaRPr lang="en-US" sz="2000" dirty="0"/>
          </a:p>
          <a:p>
            <a:pPr marL="0" indent="0" algn="l">
              <a:buNone/>
            </a:pPr>
            <a:r>
              <a:rPr lang="en-US" sz="2000" dirty="0">
                <a:solidFill>
                  <a:srgbClr val="14212B"/>
                </a:solidFill>
                <a:latin typeface="Aptos" pitchFamily="34" charset="0"/>
                <a:ea typeface="Aptos" pitchFamily="34" charset="-122"/>
                <a:cs typeface="Aptos" pitchFamily="34" charset="-120"/>
              </a:rPr>
              <a:t>kikuchih@ism.ac.jp</a:t>
            </a:r>
            <a:endParaRPr lang="en-US" sz="2000" dirty="0"/>
          </a:p>
        </p:txBody>
      </p:sp>
      <p:sp>
        <p:nvSpPr>
          <p:cNvPr id="17" name="Text 6">
            <a:extLst>
              <a:ext uri="{FF2B5EF4-FFF2-40B4-BE49-F238E27FC236}">
                <a16:creationId xmlns:a16="http://schemas.microsoft.com/office/drawing/2014/main" id="{87AC05F5-963A-5F60-0ABA-6937CA77C14E}"/>
              </a:ext>
            </a:extLst>
          </p:cNvPr>
          <p:cNvSpPr/>
          <p:nvPr/>
        </p:nvSpPr>
        <p:spPr>
          <a:xfrm>
            <a:off x="694944" y="5897880"/>
            <a:ext cx="7863840" cy="228600"/>
          </a:xfrm>
          <a:prstGeom prst="rect">
            <a:avLst/>
          </a:prstGeom>
          <a:noFill/>
          <a:ln/>
        </p:spPr>
        <p:txBody>
          <a:bodyPr wrap="square" lIns="0" tIns="0" rIns="0" bIns="0" rtlCol="0" anchor="ctr"/>
          <a:lstStyle/>
          <a:p>
            <a:pPr marL="0" indent="0">
              <a:buNone/>
            </a:pPr>
            <a:r>
              <a:rPr lang="en-US" sz="950" dirty="0">
                <a:solidFill>
                  <a:srgbClr val="657481"/>
                </a:solidFill>
                <a:latin typeface="Aptos" pitchFamily="34" charset="0"/>
                <a:ea typeface="Aptos" pitchFamily="34" charset="-122"/>
                <a:cs typeface="Aptos" pitchFamily="34" charset="-120"/>
              </a:rPr>
              <a:t>Supported by JST K Program, Grant Number JPMJKP24U5, Japan.</a:t>
            </a:r>
            <a:endParaRPr lang="en-US" sz="950" dirty="0"/>
          </a:p>
        </p:txBody>
      </p:sp>
      <p:sp>
        <p:nvSpPr>
          <p:cNvPr id="19" name="Text 1">
            <a:extLst>
              <a:ext uri="{FF2B5EF4-FFF2-40B4-BE49-F238E27FC236}">
                <a16:creationId xmlns:a16="http://schemas.microsoft.com/office/drawing/2014/main" id="{32F27F27-2932-9116-BACB-503FF2AE62D0}"/>
              </a:ext>
            </a:extLst>
          </p:cNvPr>
          <p:cNvSpPr/>
          <p:nvPr/>
        </p:nvSpPr>
        <p:spPr>
          <a:xfrm>
            <a:off x="694944" y="1898650"/>
            <a:ext cx="5486400" cy="685800"/>
          </a:xfrm>
          <a:prstGeom prst="rect">
            <a:avLst/>
          </a:prstGeom>
          <a:noFill/>
          <a:ln/>
        </p:spPr>
        <p:txBody>
          <a:bodyPr wrap="square" lIns="0" tIns="0" rIns="0" bIns="0" rtlCol="0" anchor="ctr"/>
          <a:lstStyle/>
          <a:p>
            <a:pPr marL="0" indent="0">
              <a:buNone/>
            </a:pPr>
            <a:r>
              <a:rPr lang="en-US" sz="3800" b="1" dirty="0">
                <a:solidFill>
                  <a:srgbClr val="14212B"/>
                </a:solidFill>
                <a:latin typeface="Georgia" pitchFamily="34" charset="0"/>
                <a:ea typeface="Georgia" pitchFamily="34" charset="-122"/>
                <a:cs typeface="Georgia" pitchFamily="34" charset="-120"/>
              </a:rPr>
              <a:t>Questions?</a:t>
            </a:r>
            <a:endParaRPr lang="en-US" sz="3800" dirty="0"/>
          </a:p>
        </p:txBody>
      </p:sp>
      <p:sp>
        <p:nvSpPr>
          <p:cNvPr id="23" name="テキスト ボックス 22">
            <a:extLst>
              <a:ext uri="{FF2B5EF4-FFF2-40B4-BE49-F238E27FC236}">
                <a16:creationId xmlns:a16="http://schemas.microsoft.com/office/drawing/2014/main" id="{9D7D074C-4492-8449-E071-06FC5302C820}"/>
              </a:ext>
            </a:extLst>
          </p:cNvPr>
          <p:cNvSpPr txBox="1"/>
          <p:nvPr/>
        </p:nvSpPr>
        <p:spPr>
          <a:xfrm>
            <a:off x="548640" y="1420098"/>
            <a:ext cx="6096000" cy="369332"/>
          </a:xfrm>
          <a:prstGeom prst="rect">
            <a:avLst/>
          </a:prstGeom>
          <a:noFill/>
        </p:spPr>
        <p:txBody>
          <a:bodyPr wrap="square">
            <a:spAutoFit/>
          </a:bodyPr>
          <a:lstStyle/>
          <a:p>
            <a:pPr marL="0" indent="0">
              <a:buNone/>
            </a:pPr>
            <a:r>
              <a:rPr lang="en-US" altLang="ja-JP" sz="1800" b="1" dirty="0">
                <a:solidFill>
                  <a:srgbClr val="657481"/>
                </a:solidFill>
                <a:latin typeface="Aptos" pitchFamily="34" charset="0"/>
                <a:ea typeface="Aptos" pitchFamily="34" charset="-122"/>
                <a:cs typeface="Aptos" pitchFamily="34" charset="-120"/>
              </a:rPr>
              <a:t>THANK YOU</a:t>
            </a:r>
            <a:endParaRPr lang="en-US" altLang="ja-JP" sz="1800" dirty="0"/>
          </a:p>
        </p:txBody>
      </p:sp>
    </p:spTree>
    <p:extLst>
      <p:ext uri="{BB962C8B-B14F-4D97-AF65-F5344CB8AC3E}">
        <p14:creationId xmlns:p14="http://schemas.microsoft.com/office/powerpoint/2010/main" val="1496528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2926080"/>
            <a:ext cx="182880" cy="182880"/>
          </a:xfrm>
          <a:prstGeom prst="ellipse">
            <a:avLst/>
          </a:prstGeom>
          <a:solidFill>
            <a:srgbClr val="9E1B32"/>
          </a:solidFill>
          <a:ln w="12700">
            <a:solidFill>
              <a:srgbClr val="9E1B32"/>
            </a:solidFill>
            <a:prstDash val="solid"/>
          </a:ln>
        </p:spPr>
        <p:txBody>
          <a:bodyPr/>
          <a:lstStyle/>
          <a:p>
            <a:endParaRPr lang="ja-JP" altLang="en-US"/>
          </a:p>
        </p:txBody>
      </p:sp>
      <p:sp>
        <p:nvSpPr>
          <p:cNvPr id="3" name="Text 1"/>
          <p:cNvSpPr txBox="1"/>
          <p:nvPr/>
        </p:nvSpPr>
        <p:spPr>
          <a:xfrm>
            <a:off x="548640" y="2926080"/>
            <a:ext cx="182880" cy="182880"/>
          </a:xfrm>
          <a:prstGeom prst="rect">
            <a:avLst/>
          </a:prstGeom>
          <a:noFill/>
          <a:ln/>
        </p:spPr>
        <p:txBody>
          <a:bodyPr wrap="square" lIns="0" tIns="0" rIns="0" bIns="0" rtlCol="0" anchor="ctr"/>
          <a:lstStyle/>
          <a:p>
            <a:pPr marL="0" indent="0" algn="ctr">
              <a:buNone/>
            </a:pPr>
            <a:endParaRPr lang="en-US" sz="1500" dirty="0"/>
          </a:p>
        </p:txBody>
      </p:sp>
      <p:sp>
        <p:nvSpPr>
          <p:cNvPr id="4" name="Text 2"/>
          <p:cNvSpPr txBox="1"/>
          <p:nvPr/>
        </p:nvSpPr>
        <p:spPr>
          <a:xfrm>
            <a:off x="868680" y="2862072"/>
            <a:ext cx="10058400" cy="310896"/>
          </a:xfrm>
          <a:prstGeom prst="rect">
            <a:avLst/>
          </a:prstGeom>
          <a:noFill/>
          <a:ln/>
        </p:spPr>
        <p:txBody>
          <a:bodyPr wrap="square" lIns="0" tIns="0" rIns="0" bIns="0" rtlCol="0" anchor="ctr"/>
          <a:lstStyle/>
          <a:p>
            <a:pPr marL="0" indent="0">
              <a:buNone/>
            </a:pPr>
            <a:r>
              <a:rPr lang="en-US" sz="1200" b="1" kern="0" spc="200" dirty="0">
                <a:solidFill>
                  <a:srgbClr val="D8798A"/>
                </a:solidFill>
                <a:latin typeface="Calibri" pitchFamily="34" charset="0"/>
                <a:ea typeface="Calibri" pitchFamily="34" charset="-122"/>
                <a:cs typeface="Calibri" pitchFamily="34" charset="-120"/>
              </a:rPr>
              <a:t>BACKUP</a:t>
            </a:r>
            <a:endParaRPr lang="en-US" sz="1200" dirty="0"/>
          </a:p>
        </p:txBody>
      </p:sp>
      <p:sp>
        <p:nvSpPr>
          <p:cNvPr id="5" name="Text 3"/>
          <p:cNvSpPr txBox="1"/>
          <p:nvPr/>
        </p:nvSpPr>
        <p:spPr>
          <a:xfrm>
            <a:off x="548640" y="3383280"/>
            <a:ext cx="11091672" cy="8229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Slides for questions</a:t>
            </a:r>
            <a:endParaRPr lang="en-US" sz="3800" dirty="0"/>
          </a:p>
        </p:txBody>
      </p:sp>
      <p:sp>
        <p:nvSpPr>
          <p:cNvPr id="6" name="Text 4"/>
          <p:cNvSpPr txBox="1"/>
          <p:nvPr/>
        </p:nvSpPr>
        <p:spPr>
          <a:xfrm>
            <a:off x="548640" y="6345936"/>
            <a:ext cx="6400800" cy="256032"/>
          </a:xfrm>
          <a:prstGeom prst="rect">
            <a:avLst/>
          </a:prstGeom>
          <a:noFill/>
          <a:ln/>
        </p:spPr>
        <p:txBody>
          <a:bodyPr wrap="square" lIns="0" tIns="0" rIns="0" bIns="0" rtlCol="0" anchor="ctr"/>
          <a:lstStyle/>
          <a:p>
            <a:pPr marL="0" indent="0">
              <a:buNone/>
            </a:pPr>
            <a:r>
              <a:rPr lang="en-US" sz="900" dirty="0">
                <a:solidFill>
                  <a:srgbClr val="5E7480"/>
                </a:solidFill>
                <a:latin typeface="Calibri" pitchFamily="34" charset="0"/>
                <a:ea typeface="Calibri" pitchFamily="34" charset="-122"/>
                <a:cs typeface="Calibri" pitchFamily="34" charset="-120"/>
              </a:rPr>
              <a:t>Patterns Without Source  ·  PSD 2026, Cadiz</a:t>
            </a:r>
            <a:endParaRPr lang="en-US" sz="900" dirty="0"/>
          </a:p>
        </p:txBody>
      </p:sp>
      <p:sp>
        <p:nvSpPr>
          <p:cNvPr id="7" name="Text 5"/>
          <p:cNvSpPr txBox="1"/>
          <p:nvPr/>
        </p:nvSpPr>
        <p:spPr>
          <a:xfrm>
            <a:off x="10607040" y="6345936"/>
            <a:ext cx="1033272" cy="256032"/>
          </a:xfrm>
          <a:prstGeom prst="rect">
            <a:avLst/>
          </a:prstGeom>
          <a:noFill/>
          <a:ln/>
        </p:spPr>
        <p:txBody>
          <a:bodyPr wrap="square" lIns="0" tIns="0" rIns="0" bIns="0" rtlCol="0" anchor="ctr"/>
          <a:lstStyle/>
          <a:p>
            <a:pPr marL="0" indent="0" algn="r">
              <a:buNone/>
            </a:pPr>
            <a:r>
              <a:rPr lang="en-US" sz="900" dirty="0">
                <a:solidFill>
                  <a:srgbClr val="5E74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marL="0" indent="0">
              <a:buNone/>
            </a:pPr>
            <a:r>
              <a:rPr lang="en-US" sz="2400" b="1" dirty="0">
                <a:solidFill>
                  <a:srgbClr val="16232B"/>
                </a:solidFill>
                <a:latin typeface="Cambria" pitchFamily="34" charset="0"/>
                <a:ea typeface="Cambria" pitchFamily="34" charset="-122"/>
                <a:cs typeface="Cambria" pitchFamily="34" charset="-120"/>
              </a:rPr>
              <a:t>Backup: PWS Cup 2025 main results</a:t>
            </a:r>
            <a:endParaRPr lang="en-US" sz="2400" dirty="0"/>
          </a:p>
        </p:txBody>
      </p:sp>
      <p:graphicFrame>
        <p:nvGraphicFramePr>
          <p:cNvPr id="14" name="Table 0"/>
          <p:cNvGraphicFramePr>
            <a:graphicFrameLocks noGrp="1"/>
          </p:cNvGraphicFramePr>
          <p:nvPr/>
        </p:nvGraphicFramePr>
        <p:xfrm>
          <a:off x="548640" y="1234440"/>
          <a:ext cx="5349240" cy="2352040"/>
        </p:xfrm>
        <a:graphic>
          <a:graphicData uri="http://schemas.openxmlformats.org/drawingml/2006/table">
            <a:tbl>
              <a:tblPr/>
              <a:tblGrid>
                <a:gridCol w="658368">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96112">
                  <a:extLst>
                    <a:ext uri="{9D8B030D-6E8A-4147-A177-3AD203B41FA5}">
                      <a16:colId xmlns:a16="http://schemas.microsoft.com/office/drawing/2014/main" val="20004"/>
                    </a:ext>
                  </a:extLst>
                </a:gridCol>
                <a:gridCol w="621792">
                  <a:extLst>
                    <a:ext uri="{9D8B030D-6E8A-4147-A177-3AD203B41FA5}">
                      <a16:colId xmlns:a16="http://schemas.microsoft.com/office/drawing/2014/main" val="20005"/>
                    </a:ext>
                  </a:extLst>
                </a:gridCol>
                <a:gridCol w="841248">
                  <a:extLst>
                    <a:ext uri="{9D8B030D-6E8A-4147-A177-3AD203B41FA5}">
                      <a16:colId xmlns:a16="http://schemas.microsoft.com/office/drawing/2014/main" val="20006"/>
                    </a:ext>
                  </a:extLst>
                </a:gridCol>
              </a:tblGrid>
              <a:tr h="146304">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Team</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Utility</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Pen.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Anon.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Attack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extLst>
                  <a:ext uri="{0D108BD9-81ED-4DB2-BD59-A6C34878D82A}">
                    <a16:rowId xmlns:a16="http://schemas.microsoft.com/office/drawing/2014/main" val="10000"/>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91.89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70.47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162.36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113.81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1"/>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91.92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72.86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164.78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105.43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75.93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65.73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141.66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105.81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3"/>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77.98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78.60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156.58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101.47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91.64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66.75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158.39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107.74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5"/>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91.25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78.31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169.56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109.17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74.09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71.91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146.00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103.93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7"/>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91.18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78.63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169.81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121.13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81.04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74.30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155.34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106.84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9"/>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91.93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72.21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164.14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13.79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84.54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69.32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153.86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104.06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1"/>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78.21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73.90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152.11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106.60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graphicFrame>
        <p:nvGraphicFramePr>
          <p:cNvPr id="27" name="Table 1"/>
          <p:cNvGraphicFramePr>
            <a:graphicFrameLocks noGrp="1"/>
          </p:cNvGraphicFramePr>
          <p:nvPr/>
        </p:nvGraphicFramePr>
        <p:xfrm>
          <a:off x="6291072" y="1234440"/>
          <a:ext cx="5349240" cy="2171700"/>
        </p:xfrm>
        <a:graphic>
          <a:graphicData uri="http://schemas.openxmlformats.org/drawingml/2006/table">
            <a:tbl>
              <a:tblPr/>
              <a:tblGrid>
                <a:gridCol w="658368">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96112">
                  <a:extLst>
                    <a:ext uri="{9D8B030D-6E8A-4147-A177-3AD203B41FA5}">
                      <a16:colId xmlns:a16="http://schemas.microsoft.com/office/drawing/2014/main" val="20004"/>
                    </a:ext>
                  </a:extLst>
                </a:gridCol>
                <a:gridCol w="621792">
                  <a:extLst>
                    <a:ext uri="{9D8B030D-6E8A-4147-A177-3AD203B41FA5}">
                      <a16:colId xmlns:a16="http://schemas.microsoft.com/office/drawing/2014/main" val="20005"/>
                    </a:ext>
                  </a:extLst>
                </a:gridCol>
                <a:gridCol w="841248">
                  <a:extLst>
                    <a:ext uri="{9D8B030D-6E8A-4147-A177-3AD203B41FA5}">
                      <a16:colId xmlns:a16="http://schemas.microsoft.com/office/drawing/2014/main" val="20006"/>
                    </a:ext>
                  </a:extLst>
                </a:gridCol>
              </a:tblGrid>
              <a:tr h="146304">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Team</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Utility</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Pen.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Anon.</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Attack</a:t>
                      </a:r>
                      <a:endParaRPr lang="en-US" sz="90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extLst>
                  <a:ext uri="{0D108BD9-81ED-4DB2-BD59-A6C34878D82A}">
                    <a16:rowId xmlns:a16="http://schemas.microsoft.com/office/drawing/2014/main" val="10000"/>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90.84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76.50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167.34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106.93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1"/>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77.36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24.64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102.00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101.22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67.99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67.81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135.80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106.09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3"/>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81.75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77.28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159.03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107.59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75.40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30.44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105.84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102.79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5"/>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91.55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79.28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170.83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108.39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19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70.95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75.11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146.06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101.50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7"/>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94.67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75.57</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170.24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99.99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84.41</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47.69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132.10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102.83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9"/>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66.36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70.29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136.65</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18</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100.63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46304">
                <a:tc>
                  <a:txBody>
                    <a:bodyPr/>
                    <a:lstStyle/>
                    <a:p>
                      <a:pPr marL="0" indent="0" algn="ctr">
                        <a:buNone/>
                      </a:pPr>
                      <a:r>
                        <a:rPr lang="en-US" sz="850" dirty="0">
                          <a:solidFill>
                            <a:srgbClr val="16232B"/>
                          </a:solidFill>
                          <a:latin typeface="Calibri" pitchFamily="34" charset="0"/>
                          <a:ea typeface="Calibri" pitchFamily="34" charset="-122"/>
                          <a:cs typeface="Calibri" pitchFamily="34" charset="-120"/>
                        </a:rPr>
                        <a:t>24</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69.59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0.00</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69.59</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r">
                        <a:buNone/>
                      </a:pPr>
                      <a:r>
                        <a:rPr lang="en-US" sz="850" dirty="0">
                          <a:solidFill>
                            <a:srgbClr val="16232B"/>
                          </a:solidFill>
                          <a:latin typeface="Calibri" pitchFamily="34" charset="0"/>
                          <a:ea typeface="Calibri" pitchFamily="34" charset="-122"/>
                          <a:cs typeface="Calibri" pitchFamily="34" charset="-120"/>
                        </a:rPr>
                        <a:t>104.46</a:t>
                      </a:r>
                      <a:endParaRPr lang="en-US" sz="850" dirty="0">
                        <a:latin typeface="Calibri" charset="0"/>
                        <a:ea typeface="Calibri" charset="0"/>
                        <a:cs typeface="Calibri" charset="0"/>
                      </a:endParaRPr>
                    </a:p>
                  </a:txBody>
                  <a:tcPr marL="25400" marR="25400" marT="25400" marB="254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1"/>
                  </a:ext>
                </a:extLst>
              </a:tr>
            </a:tbl>
          </a:graphicData>
        </a:graphic>
      </p:graphicFrame>
      <p:sp>
        <p:nvSpPr>
          <p:cNvPr id="5" name="Text 1"/>
          <p:cNvSpPr txBox="1"/>
          <p:nvPr/>
        </p:nvSpPr>
        <p:spPr>
          <a:xfrm>
            <a:off x="548640" y="3977640"/>
            <a:ext cx="11091672" cy="548640"/>
          </a:xfrm>
          <a:prstGeom prst="rect">
            <a:avLst/>
          </a:prstGeom>
          <a:noFill/>
          <a:ln/>
        </p:spPr>
        <p:txBody>
          <a:bodyPr wrap="square" lIns="0" tIns="0" rIns="0" bIns="0" rtlCol="0" anchor="t"/>
          <a:lstStyle/>
          <a:p>
            <a:pPr marL="0" indent="0">
              <a:lnSpc>
                <a:spcPts val="1400"/>
              </a:lnSpc>
              <a:buNone/>
            </a:pPr>
            <a:r>
              <a:rPr lang="en-US" sz="1100" dirty="0">
                <a:solidFill>
                  <a:srgbClr val="56666E"/>
                </a:solidFill>
                <a:latin typeface="Calibri" pitchFamily="34" charset="0"/>
                <a:ea typeface="Calibri" pitchFamily="34" charset="-122"/>
                <a:cs typeface="Calibri" pitchFamily="34" charset="-120"/>
              </a:rPr>
              <a:t>Team 21 withdrew. Team 10 submitted no attack. Final score = 0.1 x preliminary round + 0.9 x main round. The anonymization score already has the penalty subtracted.</a:t>
            </a:r>
            <a:endParaRPr lang="en-US" sz="1100" dirty="0"/>
          </a:p>
        </p:txBody>
      </p:sp>
      <p:sp>
        <p:nvSpPr>
          <p:cNvPr id="6" name="Text 2"/>
          <p:cNvSpPr txBox="1"/>
          <p:nvPr/>
        </p:nvSpPr>
        <p:spPr>
          <a:xfrm>
            <a:off x="548640" y="6345936"/>
            <a:ext cx="6400800" cy="256032"/>
          </a:xfrm>
          <a:prstGeom prst="rect">
            <a:avLst/>
          </a:prstGeom>
          <a:noFill/>
          <a:ln/>
        </p:spPr>
        <p:txBody>
          <a:bodyPr wrap="square" lIns="0" tIns="0" rIns="0" bIns="0" rtlCol="0" anchor="ctr"/>
          <a:lstStyle/>
          <a:p>
            <a:pPr marL="0" indent="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7" name="Text 3"/>
          <p:cNvSpPr txBox="1"/>
          <p:nvPr/>
        </p:nvSpPr>
        <p:spPr>
          <a:xfrm>
            <a:off x="10607040" y="6345936"/>
            <a:ext cx="1033272" cy="256032"/>
          </a:xfrm>
          <a:prstGeom prst="rect">
            <a:avLst/>
          </a:prstGeom>
          <a:noFill/>
          <a:ln/>
        </p:spPr>
        <p:txBody>
          <a:bodyPr wrap="square" lIns="0" tIns="0" rIns="0" bIns="0" rtlCol="0" anchor="ctr"/>
          <a:lstStyle/>
          <a:p>
            <a:pPr marL="0" indent="0" algn="r">
              <a:buNone/>
            </a:pPr>
            <a:r>
              <a:rPr lang="en-US" sz="900" dirty="0">
                <a:solidFill>
                  <a:srgbClr val="A6B3B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marL="0" indent="0">
              <a:buNone/>
            </a:pPr>
            <a:r>
              <a:rPr lang="en-US" sz="2400" b="1" dirty="0">
                <a:solidFill>
                  <a:srgbClr val="16232B"/>
                </a:solidFill>
                <a:latin typeface="Cambria" pitchFamily="34" charset="0"/>
                <a:ea typeface="Cambria" pitchFamily="34" charset="-122"/>
                <a:cs typeface="Cambria" pitchFamily="34" charset="-120"/>
              </a:rPr>
              <a:t>Backup: the full feature taxonomies</a:t>
            </a:r>
            <a:endParaRPr lang="en-US" sz="2400" dirty="0"/>
          </a:p>
        </p:txBody>
      </p:sp>
      <p:sp>
        <p:nvSpPr>
          <p:cNvPr id="3" name="Text 1"/>
          <p:cNvSpPr txBox="1"/>
          <p:nvPr/>
        </p:nvSpPr>
        <p:spPr>
          <a:xfrm>
            <a:off x="640080" y="1207008"/>
            <a:ext cx="3840480" cy="274320"/>
          </a:xfrm>
          <a:prstGeom prst="rect">
            <a:avLst/>
          </a:prstGeom>
          <a:noFill/>
          <a:ln/>
        </p:spPr>
        <p:txBody>
          <a:bodyPr wrap="square" lIns="0" tIns="0" rIns="0" bIns="0" rtlCol="0" anchor="ctr"/>
          <a:lstStyle/>
          <a:p>
            <a:pPr marL="0" indent="0">
              <a:buNone/>
            </a:pPr>
            <a:r>
              <a:rPr lang="en-US" sz="1300" b="1" dirty="0">
                <a:solidFill>
                  <a:srgbClr val="9E1B32"/>
                </a:solidFill>
                <a:latin typeface="Cambria" pitchFamily="34" charset="0"/>
                <a:ea typeface="Cambria" pitchFamily="34" charset="-122"/>
                <a:cs typeface="Cambria" pitchFamily="34" charset="-120"/>
              </a:rPr>
              <a:t>Anonymization</a:t>
            </a:r>
            <a:endParaRPr lang="en-US" sz="1300" dirty="0"/>
          </a:p>
        </p:txBody>
      </p:sp>
      <p:sp>
        <p:nvSpPr>
          <p:cNvPr id="4" name="Shape 2"/>
          <p:cNvSpPr/>
          <p:nvPr/>
        </p:nvSpPr>
        <p:spPr>
          <a:xfrm>
            <a:off x="630936" y="1472184"/>
            <a:ext cx="3767328" cy="4032504"/>
          </a:xfrm>
          <a:prstGeom prst="roundRect">
            <a:avLst>
              <a:gd name="adj" fmla="val 1699"/>
            </a:avLst>
          </a:prstGeom>
          <a:solidFill>
            <a:srgbClr val="EEF1F3"/>
          </a:solidFill>
          <a:ln w="12700">
            <a:solidFill>
              <a:srgbClr val="EEF1F3"/>
            </a:solidFill>
            <a:prstDash val="solid"/>
          </a:ln>
        </p:spPr>
        <p:txBody>
          <a:bodyPr/>
          <a:lstStyle/>
          <a:p>
            <a:endParaRPr lang="ja-JP" altLang="en-US"/>
          </a:p>
        </p:txBody>
      </p:sp>
      <p:pic>
        <p:nvPicPr>
          <p:cNvPr id="5" name="Image 0" descr="C:/Users/kikus/OneDrive/20260904_PSD/PWSCUP2025_REVIEW_PUB/paper/figs/taxonomy/variable_tree_A_bw.png"/>
          <p:cNvPicPr>
            <a:picLocks noChangeAspect="1"/>
          </p:cNvPicPr>
          <p:nvPr/>
        </p:nvPicPr>
        <p:blipFill>
          <a:blip r:embed="rId3"/>
          <a:stretch>
            <a:fillRect/>
          </a:stretch>
        </p:blipFill>
        <p:spPr>
          <a:xfrm>
            <a:off x="731520" y="1572768"/>
            <a:ext cx="3566160" cy="3831336"/>
          </a:xfrm>
          <a:prstGeom prst="rect">
            <a:avLst/>
          </a:prstGeom>
        </p:spPr>
      </p:pic>
      <p:sp>
        <p:nvSpPr>
          <p:cNvPr id="6" name="Text 3"/>
          <p:cNvSpPr txBox="1"/>
          <p:nvPr/>
        </p:nvSpPr>
        <p:spPr>
          <a:xfrm>
            <a:off x="5029200" y="1207008"/>
            <a:ext cx="3840480" cy="274320"/>
          </a:xfrm>
          <a:prstGeom prst="rect">
            <a:avLst/>
          </a:prstGeom>
          <a:noFill/>
          <a:ln/>
        </p:spPr>
        <p:txBody>
          <a:bodyPr wrap="square" lIns="0" tIns="0" rIns="0" bIns="0" rtlCol="0" anchor="ctr"/>
          <a:lstStyle/>
          <a:p>
            <a:pPr marL="0" indent="0">
              <a:buNone/>
            </a:pPr>
            <a:r>
              <a:rPr lang="en-US" sz="1300" b="1" dirty="0">
                <a:solidFill>
                  <a:srgbClr val="9E1B32"/>
                </a:solidFill>
                <a:latin typeface="Cambria" pitchFamily="34" charset="0"/>
                <a:ea typeface="Cambria" pitchFamily="34" charset="-122"/>
                <a:cs typeface="Cambria" pitchFamily="34" charset="-120"/>
              </a:rPr>
              <a:t>Training models</a:t>
            </a:r>
            <a:endParaRPr lang="en-US" sz="1300" dirty="0"/>
          </a:p>
        </p:txBody>
      </p:sp>
      <p:sp>
        <p:nvSpPr>
          <p:cNvPr id="7" name="Shape 4"/>
          <p:cNvSpPr/>
          <p:nvPr/>
        </p:nvSpPr>
        <p:spPr>
          <a:xfrm>
            <a:off x="5020056" y="1472184"/>
            <a:ext cx="4133088" cy="2093976"/>
          </a:xfrm>
          <a:prstGeom prst="roundRect">
            <a:avLst>
              <a:gd name="adj" fmla="val 3057"/>
            </a:avLst>
          </a:prstGeom>
          <a:solidFill>
            <a:srgbClr val="EEF1F3"/>
          </a:solidFill>
          <a:ln w="12700">
            <a:solidFill>
              <a:srgbClr val="EEF1F3"/>
            </a:solidFill>
            <a:prstDash val="solid"/>
          </a:ln>
        </p:spPr>
        <p:txBody>
          <a:bodyPr/>
          <a:lstStyle/>
          <a:p>
            <a:endParaRPr lang="ja-JP" altLang="en-US"/>
          </a:p>
        </p:txBody>
      </p:sp>
      <p:pic>
        <p:nvPicPr>
          <p:cNvPr id="8" name="Image 1" descr="C:/Users/kikus/OneDrive/20260904_PSD/PWSCUP2025_REVIEW_PUB/paper/figs/taxonomy/variable_tree_M_bw.png"/>
          <p:cNvPicPr>
            <a:picLocks noChangeAspect="1"/>
          </p:cNvPicPr>
          <p:nvPr/>
        </p:nvPicPr>
        <p:blipFill>
          <a:blip r:embed="rId4"/>
          <a:stretch>
            <a:fillRect/>
          </a:stretch>
        </p:blipFill>
        <p:spPr>
          <a:xfrm>
            <a:off x="5120640" y="1572768"/>
            <a:ext cx="3931920" cy="1892808"/>
          </a:xfrm>
          <a:prstGeom prst="rect">
            <a:avLst/>
          </a:prstGeom>
        </p:spPr>
      </p:pic>
      <p:sp>
        <p:nvSpPr>
          <p:cNvPr id="9" name="Text 5"/>
          <p:cNvSpPr txBox="1"/>
          <p:nvPr/>
        </p:nvSpPr>
        <p:spPr>
          <a:xfrm>
            <a:off x="5029200" y="3675888"/>
            <a:ext cx="3840480" cy="274320"/>
          </a:xfrm>
          <a:prstGeom prst="rect">
            <a:avLst/>
          </a:prstGeom>
          <a:noFill/>
          <a:ln/>
        </p:spPr>
        <p:txBody>
          <a:bodyPr wrap="square" lIns="0" tIns="0" rIns="0" bIns="0" rtlCol="0" anchor="ctr"/>
          <a:lstStyle/>
          <a:p>
            <a:pPr marL="0" indent="0">
              <a:buNone/>
            </a:pPr>
            <a:r>
              <a:rPr lang="en-US" sz="1300" b="1" dirty="0">
                <a:solidFill>
                  <a:srgbClr val="9E1B32"/>
                </a:solidFill>
                <a:latin typeface="Cambria" pitchFamily="34" charset="0"/>
                <a:ea typeface="Cambria" pitchFamily="34" charset="-122"/>
                <a:cs typeface="Cambria" pitchFamily="34" charset="-120"/>
              </a:rPr>
              <a:t>Attacks</a:t>
            </a:r>
            <a:endParaRPr lang="en-US" sz="1300" dirty="0"/>
          </a:p>
        </p:txBody>
      </p:sp>
      <p:sp>
        <p:nvSpPr>
          <p:cNvPr id="10" name="Shape 6"/>
          <p:cNvSpPr/>
          <p:nvPr/>
        </p:nvSpPr>
        <p:spPr>
          <a:xfrm>
            <a:off x="5020056" y="3941064"/>
            <a:ext cx="3584448" cy="2130552"/>
          </a:xfrm>
          <a:prstGeom prst="roundRect">
            <a:avLst>
              <a:gd name="adj" fmla="val 3004"/>
            </a:avLst>
          </a:prstGeom>
          <a:solidFill>
            <a:srgbClr val="EEF1F3"/>
          </a:solidFill>
          <a:ln w="12700">
            <a:solidFill>
              <a:srgbClr val="EEF1F3"/>
            </a:solidFill>
            <a:prstDash val="solid"/>
          </a:ln>
        </p:spPr>
        <p:txBody>
          <a:bodyPr/>
          <a:lstStyle/>
          <a:p>
            <a:endParaRPr lang="ja-JP" altLang="en-US"/>
          </a:p>
        </p:txBody>
      </p:sp>
      <p:pic>
        <p:nvPicPr>
          <p:cNvPr id="11" name="Image 2" descr="C:/Users/kikus/OneDrive/20260904_PSD/PWSCUP2025_REVIEW_PUB/paper/figs/taxonomy/variable_tree_C_bw.png"/>
          <p:cNvPicPr>
            <a:picLocks noChangeAspect="1"/>
          </p:cNvPicPr>
          <p:nvPr/>
        </p:nvPicPr>
        <p:blipFill>
          <a:blip r:embed="rId5"/>
          <a:stretch>
            <a:fillRect/>
          </a:stretch>
        </p:blipFill>
        <p:spPr>
          <a:xfrm>
            <a:off x="5120640" y="4041648"/>
            <a:ext cx="3383280" cy="1929384"/>
          </a:xfrm>
          <a:prstGeom prst="rect">
            <a:avLst/>
          </a:prstGeom>
        </p:spPr>
      </p:pic>
      <p:sp>
        <p:nvSpPr>
          <p:cNvPr id="12" name="Text 7"/>
          <p:cNvSpPr txBox="1"/>
          <p:nvPr/>
        </p:nvSpPr>
        <p:spPr>
          <a:xfrm>
            <a:off x="9418320" y="1572768"/>
            <a:ext cx="2240280" cy="2743200"/>
          </a:xfrm>
          <a:prstGeom prst="rect">
            <a:avLst/>
          </a:prstGeom>
          <a:noFill/>
          <a:ln/>
        </p:spPr>
        <p:txBody>
          <a:bodyPr wrap="square" lIns="0" tIns="0" rIns="0" bIns="0" rtlCol="0" anchor="t"/>
          <a:lstStyle/>
          <a:p>
            <a:pPr marL="0" indent="0">
              <a:lnSpc>
                <a:spcPts val="1500"/>
              </a:lnSpc>
              <a:buNone/>
            </a:pPr>
            <a:r>
              <a:rPr lang="en-US" sz="1150" dirty="0">
                <a:solidFill>
                  <a:srgbClr val="56666E"/>
                </a:solidFill>
                <a:latin typeface="Calibri" pitchFamily="34" charset="0"/>
                <a:ea typeface="Calibri" pitchFamily="34" charset="-122"/>
                <a:cs typeface="Calibri" pitchFamily="34" charset="-120"/>
              </a:rPr>
              <a:t>Features are hierarchical: a Layer 1 feature refines its Layer 0 parent. Only features present in at least four teams were kept.</a:t>
            </a:r>
            <a:endParaRPr lang="en-US" sz="1150" dirty="0"/>
          </a:p>
        </p:txBody>
      </p:sp>
      <p:sp>
        <p:nvSpPr>
          <p:cNvPr id="13" name="Text 8"/>
          <p:cNvSpPr txBox="1"/>
          <p:nvPr/>
        </p:nvSpPr>
        <p:spPr>
          <a:xfrm>
            <a:off x="548640" y="6345936"/>
            <a:ext cx="6400800" cy="256032"/>
          </a:xfrm>
          <a:prstGeom prst="rect">
            <a:avLst/>
          </a:prstGeom>
          <a:noFill/>
          <a:ln/>
        </p:spPr>
        <p:txBody>
          <a:bodyPr wrap="square" lIns="0" tIns="0" rIns="0" bIns="0" rtlCol="0" anchor="ctr"/>
          <a:lstStyle/>
          <a:p>
            <a:pPr marL="0" indent="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4" name="Text 9"/>
          <p:cNvSpPr txBox="1"/>
          <p:nvPr/>
        </p:nvSpPr>
        <p:spPr>
          <a:xfrm>
            <a:off x="10607040" y="6345936"/>
            <a:ext cx="1033272" cy="256032"/>
          </a:xfrm>
          <a:prstGeom prst="rect">
            <a:avLst/>
          </a:prstGeom>
          <a:noFill/>
          <a:ln/>
        </p:spPr>
        <p:txBody>
          <a:bodyPr wrap="square" lIns="0" tIns="0" rIns="0" bIns="0" rtlCol="0" anchor="ctr"/>
          <a:lstStyle/>
          <a:p>
            <a:pPr marL="0" indent="0" algn="r">
              <a:buNone/>
            </a:pPr>
            <a:r>
              <a:rPr lang="en-US" sz="900" dirty="0">
                <a:solidFill>
                  <a:srgbClr val="A6B3B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marL="0" indent="0">
              <a:buNone/>
            </a:pPr>
            <a:r>
              <a:rPr lang="en-US" sz="2400" b="1" dirty="0">
                <a:solidFill>
                  <a:srgbClr val="16232B"/>
                </a:solidFill>
                <a:latin typeface="Cambria" pitchFamily="34" charset="0"/>
                <a:ea typeface="Cambria" pitchFamily="34" charset="-122"/>
                <a:cs typeface="Cambria" pitchFamily="34" charset="-120"/>
              </a:rPr>
              <a:t>Backup: the AICc-selected regressions agree with the effect sizes</a:t>
            </a:r>
            <a:endParaRPr lang="en-US" sz="2400" dirty="0"/>
          </a:p>
        </p:txBody>
      </p:sp>
      <p:sp>
        <p:nvSpPr>
          <p:cNvPr id="3" name="Shape 1"/>
          <p:cNvSpPr/>
          <p:nvPr/>
        </p:nvSpPr>
        <p:spPr>
          <a:xfrm>
            <a:off x="502920" y="1225296"/>
            <a:ext cx="7424928" cy="3511296"/>
          </a:xfrm>
          <a:prstGeom prst="roundRect">
            <a:avLst>
              <a:gd name="adj" fmla="val 1823"/>
            </a:avLst>
          </a:prstGeom>
          <a:solidFill>
            <a:srgbClr val="EEF1F3"/>
          </a:solidFill>
          <a:ln w="12700">
            <a:solidFill>
              <a:srgbClr val="EEF1F3"/>
            </a:solidFill>
            <a:prstDash val="solid"/>
          </a:ln>
        </p:spPr>
        <p:txBody>
          <a:bodyPr/>
          <a:lstStyle/>
          <a:p>
            <a:endParaRPr lang="ja-JP" altLang="en-US"/>
          </a:p>
        </p:txBody>
      </p:sp>
      <p:pic>
        <p:nvPicPr>
          <p:cNvPr id="4" name="Image 0" descr="C:/Users/kikus/OneDrive/20260904_PSD/PWSCUP2025_REVIEW_PUB/paper/figs/H1/h1_ols_bw.png"/>
          <p:cNvPicPr>
            <a:picLocks noChangeAspect="1"/>
          </p:cNvPicPr>
          <p:nvPr/>
        </p:nvPicPr>
        <p:blipFill>
          <a:blip r:embed="rId3"/>
          <a:stretch>
            <a:fillRect/>
          </a:stretch>
        </p:blipFill>
        <p:spPr>
          <a:xfrm>
            <a:off x="603504" y="1325880"/>
            <a:ext cx="7223760" cy="3310128"/>
          </a:xfrm>
          <a:prstGeom prst="rect">
            <a:avLst/>
          </a:prstGeom>
        </p:spPr>
      </p:pic>
      <p:sp>
        <p:nvSpPr>
          <p:cNvPr id="5" name="Text 2"/>
          <p:cNvSpPr txBox="1"/>
          <p:nvPr/>
        </p:nvSpPr>
        <p:spPr>
          <a:xfrm>
            <a:off x="603504" y="4754880"/>
            <a:ext cx="7223760" cy="457200"/>
          </a:xfrm>
          <a:prstGeom prst="rect">
            <a:avLst/>
          </a:prstGeom>
          <a:noFill/>
          <a:ln/>
        </p:spPr>
        <p:txBody>
          <a:bodyPr wrap="square" lIns="0" tIns="0" rIns="0" bIns="0" rtlCol="0" anchor="t"/>
          <a:lstStyle/>
          <a:p>
            <a:pPr marL="0" indent="0">
              <a:lnSpc>
                <a:spcPts val="1300"/>
              </a:lnSpc>
              <a:buNone/>
            </a:pPr>
            <a:r>
              <a:rPr lang="en-US" sz="1050" dirty="0">
                <a:solidFill>
                  <a:srgbClr val="93A5AD"/>
                </a:solidFill>
                <a:latin typeface="Calibri" pitchFamily="34" charset="0"/>
                <a:ea typeface="Calibri" pitchFamily="34" charset="-122"/>
                <a:cs typeface="Calibri" pitchFamily="34" charset="-120"/>
              </a:rPr>
              <a:t>Standardized OLS coefficients, 95% CI. A missing point means the feature was not retained for that outcome.</a:t>
            </a:r>
            <a:endParaRPr lang="en-US" sz="1050" dirty="0"/>
          </a:p>
        </p:txBody>
      </p:sp>
      <p:sp>
        <p:nvSpPr>
          <p:cNvPr id="6" name="Shape 3"/>
          <p:cNvSpPr/>
          <p:nvPr/>
        </p:nvSpPr>
        <p:spPr>
          <a:xfrm>
            <a:off x="8092440" y="1225296"/>
            <a:ext cx="3547872" cy="3511296"/>
          </a:xfrm>
          <a:prstGeom prst="roundRect">
            <a:avLst>
              <a:gd name="adj" fmla="val 1823"/>
            </a:avLst>
          </a:prstGeom>
          <a:solidFill>
            <a:srgbClr val="EEF1F3"/>
          </a:solidFill>
          <a:ln w="12700">
            <a:solidFill>
              <a:srgbClr val="EEF1F3"/>
            </a:solidFill>
            <a:prstDash val="solid"/>
          </a:ln>
        </p:spPr>
        <p:txBody>
          <a:bodyPr/>
          <a:lstStyle/>
          <a:p>
            <a:endParaRPr lang="ja-JP" altLang="en-US"/>
          </a:p>
        </p:txBody>
      </p:sp>
      <p:sp>
        <p:nvSpPr>
          <p:cNvPr id="7" name="Text 4"/>
          <p:cNvSpPr txBox="1"/>
          <p:nvPr/>
        </p:nvSpPr>
        <p:spPr>
          <a:xfrm>
            <a:off x="8366760" y="1371600"/>
            <a:ext cx="3017520" cy="402336"/>
          </a:xfrm>
          <a:prstGeom prst="rect">
            <a:avLst/>
          </a:prstGeom>
          <a:noFill/>
          <a:ln/>
        </p:spPr>
        <p:txBody>
          <a:bodyPr wrap="square" lIns="0" tIns="0" rIns="0" bIns="0" rtlCol="0" anchor="ctr"/>
          <a:lstStyle/>
          <a:p>
            <a:pPr marL="0" indent="0">
              <a:buNone/>
            </a:pPr>
            <a:r>
              <a:rPr lang="en-US" sz="1700" b="1" dirty="0">
                <a:solidFill>
                  <a:srgbClr val="16232B"/>
                </a:solidFill>
                <a:latin typeface="Cambria" pitchFamily="34" charset="0"/>
                <a:ea typeface="Cambria" pitchFamily="34" charset="-122"/>
                <a:cs typeface="Cambria" pitchFamily="34" charset="-120"/>
              </a:rPr>
              <a:t>Two things worth saying</a:t>
            </a:r>
            <a:endParaRPr lang="en-US" sz="1700" dirty="0"/>
          </a:p>
        </p:txBody>
      </p:sp>
      <p:sp>
        <p:nvSpPr>
          <p:cNvPr id="8" name="Text 5"/>
          <p:cNvSpPr txBox="1"/>
          <p:nvPr/>
        </p:nvSpPr>
        <p:spPr>
          <a:xfrm>
            <a:off x="8366760" y="1828800"/>
            <a:ext cx="3017520" cy="2788920"/>
          </a:xfrm>
          <a:prstGeom prst="rect">
            <a:avLst/>
          </a:prstGeom>
          <a:noFill/>
          <a:ln/>
        </p:spPr>
        <p:txBody>
          <a:bodyPr wrap="square" lIns="0" tIns="0" rIns="0" bIns="0" rtlCol="0" anchor="t"/>
          <a:lstStyle/>
          <a:p>
            <a:pPr marL="0" indent="0">
              <a:lnSpc>
                <a:spcPts val="1500"/>
              </a:lnSpc>
              <a:buNone/>
            </a:pPr>
            <a:r>
              <a:rPr lang="en-US" sz="1200" b="1" dirty="0">
                <a:solidFill>
                  <a:srgbClr val="9E1B32"/>
                </a:solidFill>
                <a:latin typeface="Calibri" pitchFamily="34" charset="0"/>
                <a:ea typeface="Calibri" pitchFamily="34" charset="-122"/>
                <a:cs typeface="Calibri" pitchFamily="34" charset="-120"/>
              </a:rPr>
              <a:t>Optimization had g = 1.17 but was never retained.
</a:t>
            </a:r>
            <a:r>
              <a:rPr lang="en-US" sz="1150" dirty="0">
                <a:solidFill>
                  <a:srgbClr val="16232B"/>
                </a:solidFill>
                <a:latin typeface="Calibri" pitchFamily="34" charset="0"/>
                <a:ea typeface="Calibri" pitchFamily="34" charset="-122"/>
                <a:cs typeface="Calibri" pitchFamily="34" charset="-120"/>
              </a:rPr>
              <a:t>Four of the six teams that optimized also built from elsewhere, and optimization went with synthetic designs. Once Base or Synthesis is in the model, AICc no longer pays for it — exactly the confounding the search is there to catch.
</a:t>
            </a:r>
            <a:r>
              <a:rPr lang="en-US" sz="1200" b="1" dirty="0">
                <a:solidFill>
                  <a:srgbClr val="9E1B32"/>
                </a:solidFill>
                <a:latin typeface="Calibri" pitchFamily="34" charset="0"/>
                <a:ea typeface="Calibri" pitchFamily="34" charset="-122"/>
                <a:cs typeface="Calibri" pitchFamily="34" charset="-120"/>
              </a:rPr>
              <a:t>The anonymization models keep an interaction.
</a:t>
            </a:r>
            <a:r>
              <a:rPr lang="en-US" sz="1150" dirty="0">
                <a:solidFill>
                  <a:srgbClr val="16232B"/>
                </a:solidFill>
                <a:latin typeface="Calibri" pitchFamily="34" charset="0"/>
                <a:ea typeface="Calibri" pitchFamily="34" charset="-122"/>
                <a:cs typeface="Calibri" pitchFamily="34" charset="-120"/>
              </a:rPr>
              <a:t>Synthesis x swapping, R2 between 0.47 and 0.69. Swapping raises the base anonymization score by about 32 points for non-synthetic designs, and leaves synthetic ones essentially unchanged.</a:t>
            </a:r>
            <a:endParaRPr lang="en-US" sz="1200" dirty="0"/>
          </a:p>
        </p:txBody>
      </p:sp>
      <p:sp>
        <p:nvSpPr>
          <p:cNvPr id="9" name="Text 6"/>
          <p:cNvSpPr txBox="1"/>
          <p:nvPr/>
        </p:nvSpPr>
        <p:spPr>
          <a:xfrm>
            <a:off x="548640" y="6345936"/>
            <a:ext cx="6400800" cy="256032"/>
          </a:xfrm>
          <a:prstGeom prst="rect">
            <a:avLst/>
          </a:prstGeom>
          <a:noFill/>
          <a:ln/>
        </p:spPr>
        <p:txBody>
          <a:bodyPr wrap="square" lIns="0" tIns="0" rIns="0" bIns="0" rtlCol="0" anchor="ctr"/>
          <a:lstStyle/>
          <a:p>
            <a:pPr marL="0" indent="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0" name="Text 7"/>
          <p:cNvSpPr txBox="1"/>
          <p:nvPr/>
        </p:nvSpPr>
        <p:spPr>
          <a:xfrm>
            <a:off x="10607040" y="6345936"/>
            <a:ext cx="1033272" cy="256032"/>
          </a:xfrm>
          <a:prstGeom prst="rect">
            <a:avLst/>
          </a:prstGeom>
          <a:noFill/>
          <a:ln/>
        </p:spPr>
        <p:txBody>
          <a:bodyPr wrap="square" lIns="0" tIns="0" rIns="0" bIns="0" rtlCol="0" anchor="ctr"/>
          <a:lstStyle/>
          <a:p>
            <a:pPr marL="0" indent="0" algn="r">
              <a:buNone/>
            </a:pPr>
            <a:r>
              <a:rPr lang="en-US" sz="900" dirty="0">
                <a:solidFill>
                  <a:srgbClr val="A6B3B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marL="0" indent="0">
              <a:buNone/>
            </a:pPr>
            <a:r>
              <a:rPr lang="en-US" sz="2400" b="1" dirty="0">
                <a:solidFill>
                  <a:srgbClr val="16232B"/>
                </a:solidFill>
                <a:latin typeface="Cambria" pitchFamily="34" charset="0"/>
                <a:ea typeface="Cambria" pitchFamily="34" charset="-122"/>
                <a:cs typeface="Cambria" pitchFamily="34" charset="-120"/>
              </a:rPr>
              <a:t>Backup: team-level coding</a:t>
            </a:r>
            <a:endParaRPr lang="en-US" sz="2400" dirty="0"/>
          </a:p>
        </p:txBody>
      </p:sp>
      <p:graphicFrame>
        <p:nvGraphicFramePr>
          <p:cNvPr id="17" name="Table 0"/>
          <p:cNvGraphicFramePr>
            <a:graphicFrameLocks noGrp="1"/>
          </p:cNvGraphicFramePr>
          <p:nvPr/>
        </p:nvGraphicFramePr>
        <p:xfrm>
          <a:off x="548640" y="1188720"/>
          <a:ext cx="5669280" cy="3101340"/>
        </p:xfrm>
        <a:graphic>
          <a:graphicData uri="http://schemas.openxmlformats.org/drawingml/2006/table">
            <a:tbl>
              <a:tblPr/>
              <a:tblGrid>
                <a:gridCol w="6858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32688">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87552">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128016">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Team</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Base</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Synth</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Noise</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Optim</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Swap</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extLst>
                  <a:ext uri="{0D108BD9-81ED-4DB2-BD59-A6C34878D82A}">
                    <a16:rowId xmlns:a16="http://schemas.microsoft.com/office/drawing/2014/main" val="10000"/>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1"/>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3"/>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5"/>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7"/>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9"/>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1"/>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3"/>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17</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5"/>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others</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7"/>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swap</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9"/>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24</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none</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20"/>
                  </a:ext>
                </a:extLst>
              </a:tr>
            </a:tbl>
          </a:graphicData>
        </a:graphic>
      </p:graphicFrame>
      <p:graphicFrame>
        <p:nvGraphicFramePr>
          <p:cNvPr id="33" name="Table 1"/>
          <p:cNvGraphicFramePr>
            <a:graphicFrameLocks noGrp="1"/>
          </p:cNvGraphicFramePr>
          <p:nvPr/>
        </p:nvGraphicFramePr>
        <p:xfrm>
          <a:off x="6720840" y="1188720"/>
          <a:ext cx="4919472" cy="3101340"/>
        </p:xfrm>
        <a:graphic>
          <a:graphicData uri="http://schemas.openxmlformats.org/drawingml/2006/table">
            <a:tbl>
              <a:tblPr/>
              <a:tblGrid>
                <a:gridCol w="731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128016">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Team</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Attack target</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Non-default dist.</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Attacker-trained</a:t>
                      </a:r>
                      <a:endParaRPr lang="en-US" sz="85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16232B"/>
                    </a:solidFill>
                  </a:tcPr>
                </a:tc>
                <a:extLst>
                  <a:ext uri="{0D108BD9-81ED-4DB2-BD59-A6C34878D82A}">
                    <a16:rowId xmlns:a16="http://schemas.microsoft.com/office/drawing/2014/main" val="10000"/>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1"/>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3"/>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5"/>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7"/>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11</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09"/>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1"/>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16</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3"/>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17</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18</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5"/>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19</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7"/>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22</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anon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EEF1F3"/>
                    </a:solidFill>
                  </a:tcPr>
                </a:tc>
                <a:extLst>
                  <a:ext uri="{0D108BD9-81ED-4DB2-BD59-A6C34878D82A}">
                    <a16:rowId xmlns:a16="http://schemas.microsoft.com/office/drawing/2014/main" val="10019"/>
                  </a:ext>
                </a:extLst>
              </a:tr>
              <a:tr h="128016">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24</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both</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Y</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232B"/>
                          </a:solidFill>
                          <a:latin typeface="Calibri" pitchFamily="34" charset="0"/>
                          <a:ea typeface="Calibri" pitchFamily="34" charset="-122"/>
                          <a:cs typeface="Calibri" pitchFamily="34" charset="-120"/>
                        </a:rPr>
                        <a:t>N</a:t>
                      </a:r>
                      <a:endParaRPr lang="en-US" sz="800" dirty="0">
                        <a:latin typeface="Calibri" charset="0"/>
                        <a:ea typeface="Calibri" charset="0"/>
                        <a:cs typeface="Calibri" charset="0"/>
                      </a:endParaRPr>
                    </a:p>
                  </a:txBody>
                  <a:tcPr marL="12700" marR="12700" marT="12700" marB="12700" anchor="ctr">
                    <a:lnL w="6350" cap="flat" cmpd="sng" algn="ctr">
                      <a:solidFill>
                        <a:srgbClr val="E1E7EA"/>
                      </a:solidFill>
                      <a:prstDash val="solid"/>
                      <a:round/>
                      <a:headEnd type="none" w="med" len="med"/>
                      <a:tailEnd type="none" w="med" len="med"/>
                    </a:lnL>
                    <a:lnR w="6350" cap="flat" cmpd="sng" algn="ctr">
                      <a:solidFill>
                        <a:srgbClr val="E1E7EA"/>
                      </a:solidFill>
                      <a:prstDash val="solid"/>
                      <a:round/>
                      <a:headEnd type="none" w="med" len="med"/>
                      <a:tailEnd type="none" w="med" len="med"/>
                    </a:lnR>
                    <a:lnT w="6350" cap="flat" cmpd="sng" algn="ctr">
                      <a:solidFill>
                        <a:srgbClr val="E1E7EA"/>
                      </a:solidFill>
                      <a:prstDash val="solid"/>
                      <a:round/>
                      <a:headEnd type="none" w="med" len="med"/>
                      <a:tailEnd type="none" w="med" len="med"/>
                    </a:lnT>
                    <a:lnB w="6350" cap="flat" cmpd="sng" algn="ctr">
                      <a:solidFill>
                        <a:srgbClr val="E1E7EA"/>
                      </a:solidFill>
                      <a:prstDash val="solid"/>
                      <a:round/>
                      <a:headEnd type="none" w="med" len="med"/>
                      <a:tailEnd type="none" w="med" len="med"/>
                    </a:lnB>
                    <a:solidFill>
                      <a:srgbClr val="FFFFFF"/>
                    </a:solidFill>
                  </a:tcPr>
                </a:tc>
                <a:extLst>
                  <a:ext uri="{0D108BD9-81ED-4DB2-BD59-A6C34878D82A}">
                    <a16:rowId xmlns:a16="http://schemas.microsoft.com/office/drawing/2014/main" val="10020"/>
                  </a:ext>
                </a:extLst>
              </a:tr>
            </a:tbl>
          </a:graphicData>
        </a:graphic>
      </p:graphicFrame>
      <p:sp>
        <p:nvSpPr>
          <p:cNvPr id="5" name="Text 1"/>
          <p:cNvSpPr txBox="1"/>
          <p:nvPr/>
        </p:nvSpPr>
        <p:spPr>
          <a:xfrm>
            <a:off x="548640" y="4526280"/>
            <a:ext cx="11091672" cy="329184"/>
          </a:xfrm>
          <a:prstGeom prst="rect">
            <a:avLst/>
          </a:prstGeom>
          <a:noFill/>
          <a:ln/>
        </p:spPr>
        <p:txBody>
          <a:bodyPr wrap="square" lIns="0" tIns="0" rIns="0" bIns="0" rtlCol="0" anchor="ctr"/>
          <a:lstStyle/>
          <a:p>
            <a:pPr marL="0" indent="0">
              <a:buNone/>
            </a:pPr>
            <a:r>
              <a:rPr lang="en-US" sz="1050" dirty="0">
                <a:solidFill>
                  <a:srgbClr val="56666E"/>
                </a:solidFill>
                <a:latin typeface="Calibri" pitchFamily="34" charset="0"/>
                <a:ea typeface="Calibri" pitchFamily="34" charset="-122"/>
                <a:cs typeface="Calibri" pitchFamily="34" charset="-120"/>
              </a:rPr>
              <a:t>Team 21 withdrew; teams 4, 7, 14 and 21 could not be coded. Team 10 submitted no attack.</a:t>
            </a:r>
            <a:endParaRPr lang="en-US" sz="1050" dirty="0"/>
          </a:p>
        </p:txBody>
      </p:sp>
      <p:sp>
        <p:nvSpPr>
          <p:cNvPr id="6" name="Text 2"/>
          <p:cNvSpPr txBox="1"/>
          <p:nvPr/>
        </p:nvSpPr>
        <p:spPr>
          <a:xfrm>
            <a:off x="548640" y="6345936"/>
            <a:ext cx="6400800" cy="256032"/>
          </a:xfrm>
          <a:prstGeom prst="rect">
            <a:avLst/>
          </a:prstGeom>
          <a:noFill/>
          <a:ln/>
        </p:spPr>
        <p:txBody>
          <a:bodyPr wrap="square" lIns="0" tIns="0" rIns="0" bIns="0" rtlCol="0" anchor="ctr"/>
          <a:lstStyle/>
          <a:p>
            <a:pPr marL="0" indent="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7" name="Text 3"/>
          <p:cNvSpPr txBox="1"/>
          <p:nvPr/>
        </p:nvSpPr>
        <p:spPr>
          <a:xfrm>
            <a:off x="10607040" y="6345936"/>
            <a:ext cx="1033272" cy="256032"/>
          </a:xfrm>
          <a:prstGeom prst="rect">
            <a:avLst/>
          </a:prstGeom>
          <a:noFill/>
          <a:ln/>
        </p:spPr>
        <p:txBody>
          <a:bodyPr wrap="square" lIns="0" tIns="0" rIns="0" bIns="0" rtlCol="0" anchor="ctr"/>
          <a:lstStyle/>
          <a:p>
            <a:pPr marL="0" indent="0" algn="r">
              <a:buNone/>
            </a:pPr>
            <a:r>
              <a:rPr lang="en-US" sz="900" dirty="0">
                <a:solidFill>
                  <a:srgbClr val="A6B3B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marL="0" indent="0">
              <a:buNone/>
            </a:pPr>
            <a:r>
              <a:rPr lang="en-US" sz="2400" b="1" dirty="0">
                <a:solidFill>
                  <a:srgbClr val="16232B"/>
                </a:solidFill>
                <a:latin typeface="Cambria" pitchFamily="34" charset="0"/>
                <a:ea typeface="Cambria" pitchFamily="34" charset="-122"/>
                <a:cs typeface="Cambria" pitchFamily="34" charset="-120"/>
              </a:rPr>
              <a:t>Backup: the full dyadic model, all eight specifications</a:t>
            </a:r>
            <a:endParaRPr lang="en-US" sz="2400" dirty="0"/>
          </a:p>
        </p:txBody>
      </p:sp>
      <p:sp>
        <p:nvSpPr>
          <p:cNvPr id="3" name="Shape 1"/>
          <p:cNvSpPr/>
          <p:nvPr/>
        </p:nvSpPr>
        <p:spPr>
          <a:xfrm>
            <a:off x="502920" y="1197864"/>
            <a:ext cx="6876288" cy="3941064"/>
          </a:xfrm>
          <a:prstGeom prst="roundRect">
            <a:avLst>
              <a:gd name="adj" fmla="val 1624"/>
            </a:avLst>
          </a:prstGeom>
          <a:solidFill>
            <a:srgbClr val="EEF1F3"/>
          </a:solidFill>
          <a:ln w="12700">
            <a:solidFill>
              <a:srgbClr val="EEF1F3"/>
            </a:solidFill>
            <a:prstDash val="solid"/>
          </a:ln>
        </p:spPr>
        <p:txBody>
          <a:bodyPr/>
          <a:lstStyle/>
          <a:p>
            <a:endParaRPr lang="ja-JP" altLang="en-US"/>
          </a:p>
        </p:txBody>
      </p:sp>
      <p:pic>
        <p:nvPicPr>
          <p:cNvPr id="4" name="Image 0" descr="C:/Users/kikus/OneDrive/20260904_PSD/PWSCUP2025_REVIEW_PUB/paper/figs/H2/h2_heat_twoway_bw.png"/>
          <p:cNvPicPr>
            <a:picLocks noChangeAspect="1"/>
          </p:cNvPicPr>
          <p:nvPr/>
        </p:nvPicPr>
        <p:blipFill>
          <a:blip r:embed="rId3"/>
          <a:stretch>
            <a:fillRect/>
          </a:stretch>
        </p:blipFill>
        <p:spPr>
          <a:xfrm>
            <a:off x="603504" y="1298448"/>
            <a:ext cx="6675120" cy="3739896"/>
          </a:xfrm>
          <a:prstGeom prst="rect">
            <a:avLst/>
          </a:prstGeom>
        </p:spPr>
      </p:pic>
      <p:sp>
        <p:nvSpPr>
          <p:cNvPr id="5" name="Text 2"/>
          <p:cNvSpPr txBox="1"/>
          <p:nvPr/>
        </p:nvSpPr>
        <p:spPr>
          <a:xfrm>
            <a:off x="603504" y="5138928"/>
            <a:ext cx="6675120" cy="365760"/>
          </a:xfrm>
          <a:prstGeom prst="rect">
            <a:avLst/>
          </a:prstGeom>
          <a:noFill/>
          <a:ln/>
        </p:spPr>
        <p:txBody>
          <a:bodyPr wrap="square" lIns="0" tIns="0" rIns="0" bIns="0" rtlCol="0" anchor="t"/>
          <a:lstStyle/>
          <a:p>
            <a:pPr marL="0" indent="0">
              <a:lnSpc>
                <a:spcPts val="1300"/>
              </a:lnSpc>
              <a:buNone/>
            </a:pPr>
            <a:r>
              <a:rPr lang="en-US" sz="1050" dirty="0">
                <a:solidFill>
                  <a:srgbClr val="93A5AD"/>
                </a:solidFill>
                <a:latin typeface="Calibri" pitchFamily="34" charset="0"/>
                <a:ea typeface="Calibri" pitchFamily="34" charset="-122"/>
                <a:cs typeface="Calibri" pitchFamily="34" charset="-120"/>
              </a:rPr>
              <a:t>The version printed in the paper. Areas (a) victim main effects, (b) attacker main effects, (c) interactions.</a:t>
            </a:r>
            <a:endParaRPr lang="en-US" sz="1050" dirty="0"/>
          </a:p>
        </p:txBody>
      </p:sp>
      <p:sp>
        <p:nvSpPr>
          <p:cNvPr id="6" name="Shape 3"/>
          <p:cNvSpPr/>
          <p:nvPr/>
        </p:nvSpPr>
        <p:spPr>
          <a:xfrm>
            <a:off x="7571232" y="1207008"/>
            <a:ext cx="4069080" cy="4160520"/>
          </a:xfrm>
          <a:prstGeom prst="roundRect">
            <a:avLst>
              <a:gd name="adj" fmla="val 1573"/>
            </a:avLst>
          </a:prstGeom>
          <a:solidFill>
            <a:srgbClr val="EEF1F3"/>
          </a:solidFill>
          <a:ln w="12700">
            <a:solidFill>
              <a:srgbClr val="EEF1F3"/>
            </a:solidFill>
            <a:prstDash val="solid"/>
          </a:ln>
        </p:spPr>
        <p:txBody>
          <a:bodyPr/>
          <a:lstStyle/>
          <a:p>
            <a:endParaRPr lang="ja-JP" altLang="en-US"/>
          </a:p>
        </p:txBody>
      </p:sp>
      <p:sp>
        <p:nvSpPr>
          <p:cNvPr id="7" name="Text 4"/>
          <p:cNvSpPr txBox="1"/>
          <p:nvPr/>
        </p:nvSpPr>
        <p:spPr>
          <a:xfrm>
            <a:off x="7845552" y="1316736"/>
            <a:ext cx="3657600" cy="402336"/>
          </a:xfrm>
          <a:prstGeom prst="rect">
            <a:avLst/>
          </a:prstGeom>
          <a:noFill/>
          <a:ln/>
        </p:spPr>
        <p:txBody>
          <a:bodyPr wrap="square" lIns="0" tIns="0" rIns="0" bIns="0" rtlCol="0" anchor="ctr"/>
          <a:lstStyle/>
          <a:p>
            <a:pPr marL="0" indent="0">
              <a:buNone/>
            </a:pPr>
            <a:r>
              <a:rPr lang="en-US" sz="1700" b="1" dirty="0">
                <a:solidFill>
                  <a:srgbClr val="16232B"/>
                </a:solidFill>
                <a:latin typeface="Cambria" pitchFamily="34" charset="0"/>
                <a:ea typeface="Cambria" pitchFamily="34" charset="-122"/>
                <a:cs typeface="Cambria" pitchFamily="34" charset="-120"/>
              </a:rPr>
              <a:t>How to read the cells</a:t>
            </a:r>
            <a:endParaRPr lang="en-US" sz="1700" dirty="0"/>
          </a:p>
        </p:txBody>
      </p:sp>
      <p:sp>
        <p:nvSpPr>
          <p:cNvPr id="8" name="Text 5"/>
          <p:cNvSpPr txBox="1"/>
          <p:nvPr/>
        </p:nvSpPr>
        <p:spPr>
          <a:xfrm>
            <a:off x="7845552" y="1755648"/>
            <a:ext cx="3566160" cy="3474720"/>
          </a:xfrm>
          <a:prstGeom prst="rect">
            <a:avLst/>
          </a:prstGeom>
          <a:noFill/>
          <a:ln/>
        </p:spPr>
        <p:txBody>
          <a:bodyPr wrap="square" lIns="0" tIns="0" rIns="0" bIns="0" rtlCol="0" anchor="t"/>
          <a:lstStyle/>
          <a:p>
            <a:pPr marL="0" indent="0">
              <a:lnSpc>
                <a:spcPts val="1400"/>
              </a:lnSpc>
              <a:buNone/>
            </a:pPr>
            <a:r>
              <a:rPr lang="en-US" sz="1250" b="1" dirty="0">
                <a:solidFill>
                  <a:srgbClr val="9E1B32"/>
                </a:solidFill>
                <a:latin typeface="Calibri" pitchFamily="34" charset="0"/>
                <a:ea typeface="Calibri" pitchFamily="34" charset="-122"/>
                <a:cs typeface="Calibri" pitchFamily="34" charset="-120"/>
              </a:rPr>
              <a:t>Main
</a:t>
            </a:r>
            <a:r>
              <a:rPr lang="en-US" sz="1150" dirty="0">
                <a:solidFill>
                  <a:srgbClr val="16232B"/>
                </a:solidFill>
                <a:latin typeface="Calibri" pitchFamily="34" charset="0"/>
                <a:ea typeface="Calibri" pitchFamily="34" charset="-122"/>
                <a:cs typeface="Calibri" pitchFamily="34" charset="-120"/>
              </a:rPr>
              <a:t>The main-effect IRR, as a range across the four specifications that share that variable.
</a:t>
            </a:r>
            <a:r>
              <a:rPr lang="en-US" sz="1250" b="1" dirty="0">
                <a:solidFill>
                  <a:srgbClr val="9E1B32"/>
                </a:solidFill>
                <a:latin typeface="Calibri" pitchFamily="34" charset="0"/>
                <a:ea typeface="Calibri" pitchFamily="34" charset="-122"/>
                <a:cs typeface="Calibri" pitchFamily="34" charset="-120"/>
              </a:rPr>
              <a:t>Inter
</a:t>
            </a:r>
            <a:r>
              <a:rPr lang="en-US" sz="1150" dirty="0">
                <a:solidFill>
                  <a:srgbClr val="16232B"/>
                </a:solidFill>
                <a:latin typeface="Calibri" pitchFamily="34" charset="0"/>
                <a:ea typeface="Calibri" pitchFamily="34" charset="-122"/>
                <a:cs typeface="Calibri" pitchFamily="34" charset="-120"/>
              </a:rPr>
              <a:t>The interaction coefficient itself — not an effect you can read on its own.
</a:t>
            </a:r>
            <a:r>
              <a:rPr lang="en-US" sz="1250" b="1" dirty="0">
                <a:solidFill>
                  <a:srgbClr val="9E1B32"/>
                </a:solidFill>
                <a:latin typeface="Calibri" pitchFamily="34" charset="0"/>
                <a:ea typeface="Calibri" pitchFamily="34" charset="-122"/>
                <a:cs typeface="Calibri" pitchFamily="34" charset="-120"/>
              </a:rPr>
              <a:t>Total
</a:t>
            </a:r>
            <a:r>
              <a:rPr lang="en-US" sz="1150" dirty="0">
                <a:solidFill>
                  <a:srgbClr val="16232B"/>
                </a:solidFill>
                <a:latin typeface="Calibri" pitchFamily="34" charset="0"/>
                <a:ea typeface="Calibri" pitchFamily="34" charset="-122"/>
                <a:cs typeface="Calibri" pitchFamily="34" charset="-120"/>
              </a:rPr>
              <a:t>victim x attacker x interaction — the expected exposure when both are present. These are the numbers plotted on the H2-1 slide.
</a:t>
            </a:r>
            <a:r>
              <a:rPr lang="en-US" sz="1250" b="1" dirty="0">
                <a:solidFill>
                  <a:srgbClr val="9E1B32"/>
                </a:solidFill>
                <a:latin typeface="Calibri" pitchFamily="34" charset="0"/>
                <a:ea typeface="Calibri" pitchFamily="34" charset="-122"/>
                <a:cs typeface="Calibri" pitchFamily="34" charset="-120"/>
              </a:rPr>
              <a:t>SE n.e.
</a:t>
            </a:r>
            <a:r>
              <a:rPr lang="en-US" sz="1150" dirty="0">
                <a:solidFill>
                  <a:srgbClr val="16232B"/>
                </a:solidFill>
                <a:latin typeface="Calibri" pitchFamily="34" charset="0"/>
                <a:ea typeface="Calibri" pitchFamily="34" charset="-122"/>
                <a:cs typeface="Calibri" pitchFamily="34" charset="-120"/>
              </a:rPr>
              <a:t>The two-way clustered standard error was not estimable, so no inferential claim is made — this is why H2-2 is reported as a null result rather than a small effect.</a:t>
            </a:r>
            <a:endParaRPr lang="en-US" sz="1250" dirty="0"/>
          </a:p>
        </p:txBody>
      </p:sp>
      <p:sp>
        <p:nvSpPr>
          <p:cNvPr id="9" name="Text 6"/>
          <p:cNvSpPr txBox="1"/>
          <p:nvPr/>
        </p:nvSpPr>
        <p:spPr>
          <a:xfrm>
            <a:off x="548640" y="6345936"/>
            <a:ext cx="6400800" cy="256032"/>
          </a:xfrm>
          <a:prstGeom prst="rect">
            <a:avLst/>
          </a:prstGeom>
          <a:noFill/>
          <a:ln/>
        </p:spPr>
        <p:txBody>
          <a:bodyPr wrap="square" lIns="0" tIns="0" rIns="0" bIns="0" rtlCol="0" anchor="ctr"/>
          <a:lstStyle/>
          <a:p>
            <a:pPr marL="0" indent="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0" name="Text 7"/>
          <p:cNvSpPr txBox="1"/>
          <p:nvPr/>
        </p:nvSpPr>
        <p:spPr>
          <a:xfrm>
            <a:off x="10607040" y="6345936"/>
            <a:ext cx="1033272" cy="256032"/>
          </a:xfrm>
          <a:prstGeom prst="rect">
            <a:avLst/>
          </a:prstGeom>
          <a:noFill/>
          <a:ln/>
        </p:spPr>
        <p:txBody>
          <a:bodyPr wrap="square" lIns="0" tIns="0" rIns="0" bIns="0" rtlCol="0" anchor="ctr"/>
          <a:lstStyle/>
          <a:p>
            <a:pPr marL="0" indent="0" algn="r">
              <a:buNone/>
            </a:pPr>
            <a:r>
              <a:rPr lang="en-US" sz="900" dirty="0">
                <a:solidFill>
                  <a:srgbClr val="A6B3B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9184"/>
            <a:ext cx="11091672" cy="804672"/>
          </a:xfrm>
          <a:prstGeom prst="rect">
            <a:avLst/>
          </a:prstGeom>
          <a:noFill/>
          <a:ln/>
        </p:spPr>
        <p:txBody>
          <a:bodyPr wrap="square" lIns="0" tIns="0" rIns="0" bIns="0" rtlCol="0" anchor="ctr"/>
          <a:lstStyle/>
          <a:p>
            <a:pPr marL="0" indent="0">
              <a:buNone/>
            </a:pPr>
            <a:r>
              <a:rPr lang="en-US" sz="2400" b="1" dirty="0">
                <a:solidFill>
                  <a:srgbClr val="16232B"/>
                </a:solidFill>
                <a:latin typeface="Cambria" pitchFamily="34" charset="0"/>
                <a:ea typeface="Cambria" pitchFamily="34" charset="-122"/>
                <a:cs typeface="Cambria" pitchFamily="34" charset="-120"/>
              </a:rPr>
              <a:t>Backup: how this sits against the synthetic-data literature</a:t>
            </a:r>
            <a:endParaRPr lang="en-US" sz="2400" dirty="0"/>
          </a:p>
        </p:txBody>
      </p:sp>
      <p:sp>
        <p:nvSpPr>
          <p:cNvPr id="3" name="Shape 1"/>
          <p:cNvSpPr/>
          <p:nvPr/>
        </p:nvSpPr>
        <p:spPr>
          <a:xfrm>
            <a:off x="548640" y="1325880"/>
            <a:ext cx="5349240" cy="3520440"/>
          </a:xfrm>
          <a:prstGeom prst="roundRect">
            <a:avLst>
              <a:gd name="adj" fmla="val 1818"/>
            </a:avLst>
          </a:prstGeom>
          <a:solidFill>
            <a:srgbClr val="EEF1F3"/>
          </a:solidFill>
          <a:ln w="12700">
            <a:solidFill>
              <a:srgbClr val="EEF1F3"/>
            </a:solidFill>
            <a:prstDash val="solid"/>
          </a:ln>
        </p:spPr>
        <p:txBody>
          <a:bodyPr/>
          <a:lstStyle/>
          <a:p>
            <a:endParaRPr lang="ja-JP" altLang="en-US"/>
          </a:p>
        </p:txBody>
      </p:sp>
      <p:sp>
        <p:nvSpPr>
          <p:cNvPr id="4" name="Text 2"/>
          <p:cNvSpPr txBox="1"/>
          <p:nvPr/>
        </p:nvSpPr>
        <p:spPr>
          <a:xfrm>
            <a:off x="868680" y="1481328"/>
            <a:ext cx="4754880" cy="402336"/>
          </a:xfrm>
          <a:prstGeom prst="rect">
            <a:avLst/>
          </a:prstGeom>
          <a:noFill/>
          <a:ln/>
        </p:spPr>
        <p:txBody>
          <a:bodyPr wrap="square" lIns="0" tIns="0" rIns="0" bIns="0" rtlCol="0" anchor="ctr"/>
          <a:lstStyle/>
          <a:p>
            <a:pPr marL="0" indent="0">
              <a:buNone/>
            </a:pPr>
            <a:r>
              <a:rPr lang="en-US" sz="1700" b="1" dirty="0">
                <a:solidFill>
                  <a:srgbClr val="16232B"/>
                </a:solidFill>
                <a:latin typeface="Cambria" pitchFamily="34" charset="0"/>
                <a:ea typeface="Cambria" pitchFamily="34" charset="-122"/>
                <a:cs typeface="Cambria" pitchFamily="34" charset="-120"/>
              </a:rPr>
              <a:t>The tension</a:t>
            </a:r>
            <a:endParaRPr lang="en-US" sz="1700" dirty="0"/>
          </a:p>
        </p:txBody>
      </p:sp>
      <p:sp>
        <p:nvSpPr>
          <p:cNvPr id="5" name="Text 3"/>
          <p:cNvSpPr txBox="1"/>
          <p:nvPr/>
        </p:nvSpPr>
        <p:spPr>
          <a:xfrm>
            <a:off x="868680" y="1965960"/>
            <a:ext cx="4754880" cy="2743200"/>
          </a:xfrm>
          <a:prstGeom prst="rect">
            <a:avLst/>
          </a:prstGeom>
          <a:noFill/>
          <a:ln/>
        </p:spPr>
        <p:txBody>
          <a:bodyPr wrap="square" lIns="0" tIns="0" rIns="0" bIns="0" rtlCol="0" anchor="t"/>
          <a:lstStyle/>
          <a:p>
            <a:pPr marL="0" indent="0">
              <a:lnSpc>
                <a:spcPts val="1700"/>
              </a:lnSpc>
              <a:buNone/>
            </a:pPr>
            <a:r>
              <a:rPr lang="en-US" sz="1300" dirty="0">
                <a:solidFill>
                  <a:srgbClr val="16232B"/>
                </a:solidFill>
                <a:latin typeface="Calibri" pitchFamily="34" charset="0"/>
                <a:ea typeface="Calibri" pitchFamily="34" charset="-122"/>
                <a:cs typeface="Calibri" pitchFamily="34" charset="-120"/>
              </a:rPr>
              <a:t>Stadler et al. (2022) conclude that synthetic data does not give a better privacy-utility trade-off than traditional row-level sanitization.
</a:t>
            </a:r>
            <a:r>
              <a:rPr lang="en-US" sz="1300" b="1" dirty="0">
                <a:solidFill>
                  <a:srgbClr val="9E1B32"/>
                </a:solidFill>
                <a:latin typeface="Calibri" pitchFamily="34" charset="0"/>
                <a:ea typeface="Calibri" pitchFamily="34" charset="-122"/>
                <a:cs typeface="Calibri" pitchFamily="34" charset="-120"/>
              </a:rPr>
              <a:t>Here, synthesis was associated with higher scores on both axes at once.
</a:t>
            </a:r>
            <a:r>
              <a:rPr lang="en-US" sz="1300" dirty="0">
                <a:solidFill>
                  <a:srgbClr val="16232B"/>
                </a:solidFill>
                <a:latin typeface="Calibri" pitchFamily="34" charset="0"/>
                <a:ea typeface="Calibri" pitchFamily="34" charset="-122"/>
                <a:cs typeface="Calibri" pitchFamily="34" charset="-120"/>
              </a:rPr>
              <a:t>The two are not directly comparable. We compare across teams and whole design families, not parameters within one algorithm. Varying a parameter inside one method would still trace the classic trade-off curve.</a:t>
            </a:r>
            <a:endParaRPr lang="en-US" sz="1300" dirty="0"/>
          </a:p>
        </p:txBody>
      </p:sp>
      <p:sp>
        <p:nvSpPr>
          <p:cNvPr id="6" name="Shape 4"/>
          <p:cNvSpPr/>
          <p:nvPr/>
        </p:nvSpPr>
        <p:spPr>
          <a:xfrm>
            <a:off x="6291072" y="1325880"/>
            <a:ext cx="5349240" cy="3520440"/>
          </a:xfrm>
          <a:prstGeom prst="roundRect">
            <a:avLst>
              <a:gd name="adj" fmla="val 1818"/>
            </a:avLst>
          </a:prstGeom>
          <a:solidFill>
            <a:srgbClr val="16232B"/>
          </a:solidFill>
          <a:ln w="12700">
            <a:solidFill>
              <a:srgbClr val="16232B"/>
            </a:solidFill>
            <a:prstDash val="solid"/>
          </a:ln>
        </p:spPr>
        <p:txBody>
          <a:bodyPr/>
          <a:lstStyle/>
          <a:p>
            <a:endParaRPr lang="ja-JP" altLang="en-US"/>
          </a:p>
        </p:txBody>
      </p:sp>
      <p:sp>
        <p:nvSpPr>
          <p:cNvPr id="7" name="Text 5"/>
          <p:cNvSpPr txBox="1"/>
          <p:nvPr/>
        </p:nvSpPr>
        <p:spPr>
          <a:xfrm>
            <a:off x="6611112" y="1481328"/>
            <a:ext cx="4754880" cy="402336"/>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Other likely questions</a:t>
            </a:r>
            <a:endParaRPr lang="en-US" sz="1700" dirty="0"/>
          </a:p>
        </p:txBody>
      </p:sp>
      <p:sp>
        <p:nvSpPr>
          <p:cNvPr id="8" name="Text 6"/>
          <p:cNvSpPr txBox="1"/>
          <p:nvPr/>
        </p:nvSpPr>
        <p:spPr>
          <a:xfrm>
            <a:off x="6611112" y="1965960"/>
            <a:ext cx="4754880" cy="27432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E1E7EA"/>
                </a:solidFill>
                <a:latin typeface="Calibri" pitchFamily="34" charset="0"/>
                <a:ea typeface="Calibri" pitchFamily="34" charset="-122"/>
                <a:cs typeface="Calibri" pitchFamily="34" charset="-120"/>
              </a:rPr>
              <a:t>Differential privacy? Several teams tried DP synthesizers and abandoned them - utility was too low under this scoring rule. Only two used explicit Laplace noise.</a:t>
            </a:r>
            <a:endParaRPr lang="en-US" sz="1250" dirty="0"/>
          </a:p>
          <a:p>
            <a:pPr marL="342900" indent="-342900">
              <a:lnSpc>
                <a:spcPts val="1700"/>
              </a:lnSpc>
              <a:spcAft>
                <a:spcPts val="900"/>
              </a:spcAft>
              <a:buSzPct val="100000"/>
              <a:buChar char="•"/>
            </a:pPr>
            <a:r>
              <a:rPr lang="en-US" sz="1250" dirty="0">
                <a:solidFill>
                  <a:srgbClr val="E1E7EA"/>
                </a:solidFill>
                <a:latin typeface="Calibri" pitchFamily="34" charset="0"/>
                <a:ea typeface="Calibri" pitchFamily="34" charset="-122"/>
                <a:cs typeface="Calibri" pitchFamily="34" charset="-120"/>
              </a:rPr>
              <a:t>Why negative binomial? The exposed-record counts are heavily over-dispersed relative to Poisson.</a:t>
            </a:r>
            <a:endParaRPr lang="en-US" sz="1250" dirty="0"/>
          </a:p>
          <a:p>
            <a:pPr marL="342900" indent="-342900">
              <a:lnSpc>
                <a:spcPts val="1700"/>
              </a:lnSpc>
              <a:spcAft>
                <a:spcPts val="900"/>
              </a:spcAft>
              <a:buSzPct val="100000"/>
              <a:buChar char="•"/>
            </a:pPr>
            <a:r>
              <a:rPr lang="en-US" sz="1250" dirty="0">
                <a:solidFill>
                  <a:srgbClr val="E1E7EA"/>
                </a:solidFill>
                <a:latin typeface="Calibri" pitchFamily="34" charset="0"/>
                <a:ea typeface="Calibri" pitchFamily="34" charset="-122"/>
                <a:cs typeface="Calibri" pitchFamily="34" charset="-120"/>
              </a:rPr>
              <a:t>Why did using the released model hurt attackers? We can only speculate: the model carries little membership signal here, and the effort spent on it did not go into the distance matching that worked.</a:t>
            </a:r>
            <a:endParaRPr lang="en-US" sz="1250" dirty="0"/>
          </a:p>
        </p:txBody>
      </p:sp>
      <p:sp>
        <p:nvSpPr>
          <p:cNvPr id="9" name="Text 7"/>
          <p:cNvSpPr txBox="1"/>
          <p:nvPr/>
        </p:nvSpPr>
        <p:spPr>
          <a:xfrm>
            <a:off x="548640" y="6345936"/>
            <a:ext cx="6400800" cy="256032"/>
          </a:xfrm>
          <a:prstGeom prst="rect">
            <a:avLst/>
          </a:prstGeom>
          <a:noFill/>
          <a:ln/>
        </p:spPr>
        <p:txBody>
          <a:bodyPr wrap="square" lIns="0" tIns="0" rIns="0" bIns="0" rtlCol="0" anchor="ctr"/>
          <a:lstStyle/>
          <a:p>
            <a:pPr marL="0" indent="0">
              <a:buNone/>
            </a:pPr>
            <a:r>
              <a:rPr lang="en-US" sz="900" dirty="0">
                <a:solidFill>
                  <a:srgbClr val="A6B3B9"/>
                </a:solidFill>
                <a:latin typeface="Calibri" pitchFamily="34" charset="0"/>
                <a:ea typeface="Calibri" pitchFamily="34" charset="-122"/>
                <a:cs typeface="Calibri" pitchFamily="34" charset="-120"/>
              </a:rPr>
              <a:t>Patterns Without Source  ·  PSD 2026, Cadiz</a:t>
            </a:r>
            <a:endParaRPr lang="en-US" sz="900" dirty="0"/>
          </a:p>
        </p:txBody>
      </p:sp>
      <p:sp>
        <p:nvSpPr>
          <p:cNvPr id="10" name="Text 8"/>
          <p:cNvSpPr txBox="1"/>
          <p:nvPr/>
        </p:nvSpPr>
        <p:spPr>
          <a:xfrm>
            <a:off x="10607040" y="6345936"/>
            <a:ext cx="1033272" cy="256032"/>
          </a:xfrm>
          <a:prstGeom prst="rect">
            <a:avLst/>
          </a:prstGeom>
          <a:noFill/>
          <a:ln/>
        </p:spPr>
        <p:txBody>
          <a:bodyPr wrap="square" lIns="0" tIns="0" rIns="0" bIns="0" rtlCol="0" anchor="ctr"/>
          <a:lstStyle/>
          <a:p>
            <a:pPr marL="0" indent="0" algn="r">
              <a:buNone/>
            </a:pPr>
            <a:r>
              <a:rPr lang="en-US" sz="900" dirty="0">
                <a:solidFill>
                  <a:srgbClr val="A6B3B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2576</TotalTime>
  <Words>4391</Words>
  <Application>Microsoft Office PowerPoint</Application>
  <PresentationFormat>ワイド画面</PresentationFormat>
  <Paragraphs>817</Paragraphs>
  <Slides>27</Slides>
  <Notes>16</Notes>
  <HiddenSlides>10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27</vt:i4>
      </vt:variant>
    </vt:vector>
  </HeadingPairs>
  <TitlesOfParts>
    <vt:vector size="35" baseType="lpstr">
      <vt:lpstr>游ゴシック</vt:lpstr>
      <vt:lpstr>游ゴシック Light</vt:lpstr>
      <vt:lpstr>Aptos</vt:lpstr>
      <vt:lpstr>Arial</vt:lpstr>
      <vt:lpstr>Calibri</vt:lpstr>
      <vt:lpstr>Cambria</vt:lpstr>
      <vt:lpstr>Georgia</vt:lpstr>
      <vt:lpstr>Office テーマ</vt:lpstr>
      <vt:lpstr>Patterns Without Source:  A Meta-Analysis of PWS Cup 2025</vt:lpstr>
      <vt:lpstr>Netflix Prize shows the tension in data disclosure</vt:lpstr>
      <vt:lpstr>寓話</vt:lpstr>
      <vt:lpstr>Fiction → real problem</vt:lpstr>
      <vt:lpstr>Big Problem</vt:lpstr>
      <vt:lpstr>We often see outcomes, not implementations</vt:lpstr>
      <vt:lpstr>Why PWS Cup?</vt:lpstr>
      <vt:lpstr>Minimum PWS Cup mechanics</vt:lpstr>
      <vt:lpstr>PowerPoint プレゼンテーション</vt:lpstr>
      <vt:lpstr>PowerPoint プレゼンテーション</vt:lpstr>
      <vt:lpstr>Reconstruction</vt:lpstr>
      <vt:lpstr>Key opportunity</vt:lpstr>
      <vt:lpstr>H1: Were generation/reconstruction designs associated with better utility and anonymization?</vt:lpstr>
      <vt:lpstr>PWSCUP overview</vt:lpstr>
      <vt:lpstr>H2: Did disclosure risk depend on the combination of defender and attacker strategies?</vt:lpstr>
      <vt:lpstr>仮説1の図と得られた示唆</vt:lpstr>
      <vt:lpstr>Exploratory patterns, not universal laws</vt:lpstr>
      <vt:lpstr>仮説2の図と得られた示唆</vt:lpstr>
      <vt:lpstr>Incomplete information does not mean no information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陽 菊池</dc:creator>
  <cp:lastModifiedBy>陽 菊池</cp:lastModifiedBy>
  <cp:revision>1</cp:revision>
  <dcterms:created xsi:type="dcterms:W3CDTF">2026-09-11T07:31:09Z</dcterms:created>
  <dcterms:modified xsi:type="dcterms:W3CDTF">2026-09-25T13:00:57Z</dcterms:modified>
</cp:coreProperties>
</file>